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78" r:id="rId4"/>
    <p:sldId id="287" r:id="rId5"/>
    <p:sldId id="279" r:id="rId6"/>
    <p:sldId id="280" r:id="rId7"/>
    <p:sldId id="288" r:id="rId8"/>
    <p:sldId id="281" r:id="rId9"/>
    <p:sldId id="282" r:id="rId10"/>
    <p:sldId id="289" r:id="rId11"/>
    <p:sldId id="283" r:id="rId12"/>
    <p:sldId id="284" r:id="rId13"/>
    <p:sldId id="285" r:id="rId14"/>
    <p:sldId id="286" r:id="rId15"/>
    <p:sldId id="290" r:id="rId1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3C1"/>
    <a:srgbClr val="C2FFC2"/>
    <a:srgbClr val="C2FD63"/>
    <a:srgbClr val="A5FD63"/>
    <a:srgbClr val="1313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256610-703A-4BBC-B193-104E83B520D6}" v="192" dt="2026-10-30T10:11:27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ja Vlahovic" userId="f25fdaabf8f8d2e7" providerId="LiveId" clId="{87044395-137A-46BA-88DA-1E11077C96C1}"/>
    <pc:docChg chg="undo custSel addSld delSld modSld">
      <pc:chgData name="Sofija Vlahovic" userId="f25fdaabf8f8d2e7" providerId="LiveId" clId="{87044395-137A-46BA-88DA-1E11077C96C1}" dt="2026-10-30T10:15:00.127" v="2927" actId="20577"/>
      <pc:docMkLst>
        <pc:docMk/>
      </pc:docMkLst>
      <pc:sldChg chg="modSp mod">
        <pc:chgData name="Sofija Vlahovic" userId="f25fdaabf8f8d2e7" providerId="LiveId" clId="{87044395-137A-46BA-88DA-1E11077C96C1}" dt="2026-10-30T08:19:03.933" v="58" actId="1076"/>
        <pc:sldMkLst>
          <pc:docMk/>
          <pc:sldMk cId="1924953336" sldId="256"/>
        </pc:sldMkLst>
        <pc:spChg chg="mod">
          <ac:chgData name="Sofija Vlahovic" userId="f25fdaabf8f8d2e7" providerId="LiveId" clId="{87044395-137A-46BA-88DA-1E11077C96C1}" dt="2026-10-30T08:18:56.089" v="55" actId="403"/>
          <ac:spMkLst>
            <pc:docMk/>
            <pc:sldMk cId="1924953336" sldId="256"/>
            <ac:spMk id="6" creationId="{8A84E999-E5E9-A3E2-B19A-1FD61784CBD8}"/>
          </ac:spMkLst>
        </pc:spChg>
        <pc:spChg chg="mod">
          <ac:chgData name="Sofija Vlahovic" userId="f25fdaabf8f8d2e7" providerId="LiveId" clId="{87044395-137A-46BA-88DA-1E11077C96C1}" dt="2026-10-30T08:18:59.862" v="56" actId="403"/>
          <ac:spMkLst>
            <pc:docMk/>
            <pc:sldMk cId="1924953336" sldId="256"/>
            <ac:spMk id="7" creationId="{FDDCCDD7-2768-3171-3B0F-8255985C26FB}"/>
          </ac:spMkLst>
        </pc:spChg>
        <pc:spChg chg="mod">
          <ac:chgData name="Sofija Vlahovic" userId="f25fdaabf8f8d2e7" providerId="LiveId" clId="{87044395-137A-46BA-88DA-1E11077C96C1}" dt="2026-10-30T08:18:46.671" v="51" actId="14100"/>
          <ac:spMkLst>
            <pc:docMk/>
            <pc:sldMk cId="1924953336" sldId="256"/>
            <ac:spMk id="8" creationId="{3A5F9901-73BC-A107-720D-95291888E3D4}"/>
          </ac:spMkLst>
        </pc:spChg>
        <pc:picChg chg="mod">
          <ac:chgData name="Sofija Vlahovic" userId="f25fdaabf8f8d2e7" providerId="LiveId" clId="{87044395-137A-46BA-88DA-1E11077C96C1}" dt="2026-10-30T08:19:03.933" v="58" actId="1076"/>
          <ac:picMkLst>
            <pc:docMk/>
            <pc:sldMk cId="1924953336" sldId="256"/>
            <ac:picMk id="3" creationId="{3BA7866D-EB4D-38D3-7E77-EB82666B90B5}"/>
          </ac:picMkLst>
        </pc:picChg>
      </pc:sldChg>
      <pc:sldChg chg="modSp mod">
        <pc:chgData name="Sofija Vlahovic" userId="f25fdaabf8f8d2e7" providerId="LiveId" clId="{87044395-137A-46BA-88DA-1E11077C96C1}" dt="2026-10-30T08:30:15.996" v="454" actId="1076"/>
        <pc:sldMkLst>
          <pc:docMk/>
          <pc:sldMk cId="1181186730" sldId="262"/>
        </pc:sldMkLst>
        <pc:spChg chg="mod">
          <ac:chgData name="Sofija Vlahovic" userId="f25fdaabf8f8d2e7" providerId="LiveId" clId="{87044395-137A-46BA-88DA-1E11077C96C1}" dt="2026-10-30T08:20:26.961" v="113" actId="20577"/>
          <ac:spMkLst>
            <pc:docMk/>
            <pc:sldMk cId="1181186730" sldId="262"/>
            <ac:spMk id="4" creationId="{7998B6D2-02DC-8DBD-BB97-6B16FC9E9A86}"/>
          </ac:spMkLst>
        </pc:spChg>
        <pc:spChg chg="mod">
          <ac:chgData name="Sofija Vlahovic" userId="f25fdaabf8f8d2e7" providerId="LiveId" clId="{87044395-137A-46BA-88DA-1E11077C96C1}" dt="2026-10-30T08:30:15.996" v="454" actId="1076"/>
          <ac:spMkLst>
            <pc:docMk/>
            <pc:sldMk cId="1181186730" sldId="262"/>
            <ac:spMk id="12" creationId="{3077D4BC-1157-4E96-D2FB-EE63268F7E1E}"/>
          </ac:spMkLst>
        </pc:spChg>
        <pc:spChg chg="mod">
          <ac:chgData name="Sofija Vlahovic" userId="f25fdaabf8f8d2e7" providerId="LiveId" clId="{87044395-137A-46BA-88DA-1E11077C96C1}" dt="2026-10-30T08:19:46.708" v="84" actId="20577"/>
          <ac:spMkLst>
            <pc:docMk/>
            <pc:sldMk cId="1181186730" sldId="262"/>
            <ac:spMk id="13" creationId="{977687A1-3D06-BC03-BF79-E15E8CEAE0C9}"/>
          </ac:spMkLst>
        </pc:spChg>
      </pc:sldChg>
      <pc:sldChg chg="modSp mod">
        <pc:chgData name="Sofija Vlahovic" userId="f25fdaabf8f8d2e7" providerId="LiveId" clId="{87044395-137A-46BA-88DA-1E11077C96C1}" dt="2026-10-30T10:15:00.127" v="2927" actId="20577"/>
        <pc:sldMkLst>
          <pc:docMk/>
          <pc:sldMk cId="491873514" sldId="278"/>
        </pc:sldMkLst>
        <pc:spChg chg="mod">
          <ac:chgData name="Sofija Vlahovic" userId="f25fdaabf8f8d2e7" providerId="LiveId" clId="{87044395-137A-46BA-88DA-1E11077C96C1}" dt="2026-10-30T08:20:38.338" v="114"/>
          <ac:spMkLst>
            <pc:docMk/>
            <pc:sldMk cId="491873514" sldId="278"/>
            <ac:spMk id="5" creationId="{A38B4087-67CF-ED10-6766-7410BA99E153}"/>
          </ac:spMkLst>
        </pc:spChg>
        <pc:spChg chg="mod">
          <ac:chgData name="Sofija Vlahovic" userId="f25fdaabf8f8d2e7" providerId="LiveId" clId="{87044395-137A-46BA-88DA-1E11077C96C1}" dt="2026-10-30T08:19:55.367" v="85"/>
          <ac:spMkLst>
            <pc:docMk/>
            <pc:sldMk cId="491873514" sldId="278"/>
            <ac:spMk id="6" creationId="{77DCFF8D-C107-BF3A-53BD-E3D6E8901981}"/>
          </ac:spMkLst>
        </pc:spChg>
        <pc:spChg chg="mod">
          <ac:chgData name="Sofija Vlahovic" userId="f25fdaabf8f8d2e7" providerId="LiveId" clId="{87044395-137A-46BA-88DA-1E11077C96C1}" dt="2026-10-30T10:15:00.127" v="2927" actId="20577"/>
          <ac:spMkLst>
            <pc:docMk/>
            <pc:sldMk cId="491873514" sldId="278"/>
            <ac:spMk id="11" creationId="{C2352871-90E9-C224-D48C-5E4AC1A0F402}"/>
          </ac:spMkLst>
        </pc:spChg>
        <pc:spChg chg="mod">
          <ac:chgData name="Sofija Vlahovic" userId="f25fdaabf8f8d2e7" providerId="LiveId" clId="{87044395-137A-46BA-88DA-1E11077C96C1}" dt="2026-10-30T08:41:44.998" v="699" actId="20577"/>
          <ac:spMkLst>
            <pc:docMk/>
            <pc:sldMk cId="491873514" sldId="278"/>
            <ac:spMk id="12" creationId="{C407B8AA-3317-C93F-33A6-EB3DBF71B349}"/>
          </ac:spMkLst>
        </pc:spChg>
      </pc:sldChg>
      <pc:sldChg chg="modSp mod">
        <pc:chgData name="Sofija Vlahovic" userId="f25fdaabf8f8d2e7" providerId="LiveId" clId="{87044395-137A-46BA-88DA-1E11077C96C1}" dt="2026-10-30T08:54:05.052" v="1397" actId="20577"/>
        <pc:sldMkLst>
          <pc:docMk/>
          <pc:sldMk cId="204063486" sldId="279"/>
        </pc:sldMkLst>
        <pc:spChg chg="mod">
          <ac:chgData name="Sofija Vlahovic" userId="f25fdaabf8f8d2e7" providerId="LiveId" clId="{87044395-137A-46BA-88DA-1E11077C96C1}" dt="2026-10-30T08:20:41.394" v="115"/>
          <ac:spMkLst>
            <pc:docMk/>
            <pc:sldMk cId="204063486" sldId="279"/>
            <ac:spMk id="9" creationId="{73EF9966-52CF-9615-ACA9-6E57968918C5}"/>
          </ac:spMkLst>
        </pc:spChg>
        <pc:spChg chg="mod">
          <ac:chgData name="Sofija Vlahovic" userId="f25fdaabf8f8d2e7" providerId="LiveId" clId="{87044395-137A-46BA-88DA-1E11077C96C1}" dt="2026-10-30T08:19:58.074" v="86"/>
          <ac:spMkLst>
            <pc:docMk/>
            <pc:sldMk cId="204063486" sldId="279"/>
            <ac:spMk id="10" creationId="{28E2818F-D15B-1ED8-1D38-1207287E237A}"/>
          </ac:spMkLst>
        </pc:spChg>
        <pc:spChg chg="mod">
          <ac:chgData name="Sofija Vlahovic" userId="f25fdaabf8f8d2e7" providerId="LiveId" clId="{87044395-137A-46BA-88DA-1E11077C96C1}" dt="2026-10-30T08:54:05.052" v="1397" actId="20577"/>
          <ac:spMkLst>
            <pc:docMk/>
            <pc:sldMk cId="204063486" sldId="279"/>
            <ac:spMk id="12" creationId="{4EE3213C-A071-2B96-FDD0-9AA542DB7137}"/>
          </ac:spMkLst>
        </pc:spChg>
      </pc:sldChg>
      <pc:sldChg chg="modSp mod">
        <pc:chgData name="Sofija Vlahovic" userId="f25fdaabf8f8d2e7" providerId="LiveId" clId="{87044395-137A-46BA-88DA-1E11077C96C1}" dt="2026-10-30T09:00:40.010" v="1997" actId="1076"/>
        <pc:sldMkLst>
          <pc:docMk/>
          <pc:sldMk cId="1003932066" sldId="280"/>
        </pc:sldMkLst>
        <pc:spChg chg="mod">
          <ac:chgData name="Sofija Vlahovic" userId="f25fdaabf8f8d2e7" providerId="LiveId" clId="{87044395-137A-46BA-88DA-1E11077C96C1}" dt="2026-10-30T08:20:44.902" v="116"/>
          <ac:spMkLst>
            <pc:docMk/>
            <pc:sldMk cId="1003932066" sldId="280"/>
            <ac:spMk id="5" creationId="{EDA2D5AD-01E4-B6C2-006F-A80A0FB2C289}"/>
          </ac:spMkLst>
        </pc:spChg>
        <pc:spChg chg="mod">
          <ac:chgData name="Sofija Vlahovic" userId="f25fdaabf8f8d2e7" providerId="LiveId" clId="{87044395-137A-46BA-88DA-1E11077C96C1}" dt="2026-10-30T08:20:00.489" v="87"/>
          <ac:spMkLst>
            <pc:docMk/>
            <pc:sldMk cId="1003932066" sldId="280"/>
            <ac:spMk id="6" creationId="{0DE1B75C-D323-A3A9-A0F7-F5A4131B00DA}"/>
          </ac:spMkLst>
        </pc:spChg>
        <pc:spChg chg="mod">
          <ac:chgData name="Sofija Vlahovic" userId="f25fdaabf8f8d2e7" providerId="LiveId" clId="{87044395-137A-46BA-88DA-1E11077C96C1}" dt="2026-10-30T09:00:40.010" v="1997" actId="1076"/>
          <ac:spMkLst>
            <pc:docMk/>
            <pc:sldMk cId="1003932066" sldId="280"/>
            <ac:spMk id="12" creationId="{9CD5C96B-E8B7-C7F1-1053-B05BAD2F5C18}"/>
          </ac:spMkLst>
        </pc:spChg>
      </pc:sldChg>
      <pc:sldChg chg="addSp delSp modSp mod">
        <pc:chgData name="Sofija Vlahovic" userId="f25fdaabf8f8d2e7" providerId="LiveId" clId="{87044395-137A-46BA-88DA-1E11077C96C1}" dt="2026-10-30T09:21:58.116" v="2273" actId="20577"/>
        <pc:sldMkLst>
          <pc:docMk/>
          <pc:sldMk cId="1746180983" sldId="281"/>
        </pc:sldMkLst>
        <pc:spChg chg="mod">
          <ac:chgData name="Sofija Vlahovic" userId="f25fdaabf8f8d2e7" providerId="LiveId" clId="{87044395-137A-46BA-88DA-1E11077C96C1}" dt="2026-10-30T09:02:45.090" v="2018"/>
          <ac:spMkLst>
            <pc:docMk/>
            <pc:sldMk cId="1746180983" sldId="281"/>
            <ac:spMk id="5" creationId="{68803D6A-588A-F33A-F0B1-66C2B5D9C068}"/>
          </ac:spMkLst>
        </pc:spChg>
        <pc:spChg chg="mod">
          <ac:chgData name="Sofija Vlahovic" userId="f25fdaabf8f8d2e7" providerId="LiveId" clId="{87044395-137A-46BA-88DA-1E11077C96C1}" dt="2026-10-30T08:20:02.527" v="88"/>
          <ac:spMkLst>
            <pc:docMk/>
            <pc:sldMk cId="1746180983" sldId="281"/>
            <ac:spMk id="6" creationId="{6E4F9EDC-BA98-1466-A285-0EE592FC15CB}"/>
          </ac:spMkLst>
        </pc:spChg>
        <pc:spChg chg="mod">
          <ac:chgData name="Sofija Vlahovic" userId="f25fdaabf8f8d2e7" providerId="LiveId" clId="{87044395-137A-46BA-88DA-1E11077C96C1}" dt="2026-10-30T09:21:58.116" v="2273" actId="20577"/>
          <ac:spMkLst>
            <pc:docMk/>
            <pc:sldMk cId="1746180983" sldId="281"/>
            <ac:spMk id="12" creationId="{1D485A8C-6726-714D-9BA9-286C35868AE3}"/>
          </ac:spMkLst>
        </pc:spChg>
        <pc:picChg chg="add del mod">
          <ac:chgData name="Sofija Vlahovic" userId="f25fdaabf8f8d2e7" providerId="LiveId" clId="{87044395-137A-46BA-88DA-1E11077C96C1}" dt="2026-10-30T09:02:33.277" v="2014" actId="22"/>
          <ac:picMkLst>
            <pc:docMk/>
            <pc:sldMk cId="1746180983" sldId="281"/>
            <ac:picMk id="4" creationId="{A7C53176-A204-AA4A-F4D1-DBA158D630BF}"/>
          </ac:picMkLst>
        </pc:picChg>
      </pc:sldChg>
      <pc:sldChg chg="addSp delSp modSp mod">
        <pc:chgData name="Sofija Vlahovic" userId="f25fdaabf8f8d2e7" providerId="LiveId" clId="{87044395-137A-46BA-88DA-1E11077C96C1}" dt="2026-10-30T09:37:28.710" v="2488" actId="20577"/>
        <pc:sldMkLst>
          <pc:docMk/>
          <pc:sldMk cId="3720825072" sldId="282"/>
        </pc:sldMkLst>
        <pc:spChg chg="mod">
          <ac:chgData name="Sofija Vlahovic" userId="f25fdaabf8f8d2e7" providerId="LiveId" clId="{87044395-137A-46BA-88DA-1E11077C96C1}" dt="2026-10-30T08:20:46.399" v="117"/>
          <ac:spMkLst>
            <pc:docMk/>
            <pc:sldMk cId="3720825072" sldId="282"/>
            <ac:spMk id="5" creationId="{6E053954-A9B5-F47D-3DEC-F9119B6E0F6C}"/>
          </ac:spMkLst>
        </pc:spChg>
        <pc:spChg chg="mod">
          <ac:chgData name="Sofija Vlahovic" userId="f25fdaabf8f8d2e7" providerId="LiveId" clId="{87044395-137A-46BA-88DA-1E11077C96C1}" dt="2026-10-30T08:20:04.515" v="89"/>
          <ac:spMkLst>
            <pc:docMk/>
            <pc:sldMk cId="3720825072" sldId="282"/>
            <ac:spMk id="6" creationId="{84BE25EF-7FA0-7C16-4D4B-B80FC6244D0C}"/>
          </ac:spMkLst>
        </pc:spChg>
        <pc:spChg chg="add del mod">
          <ac:chgData name="Sofija Vlahovic" userId="f25fdaabf8f8d2e7" providerId="LiveId" clId="{87044395-137A-46BA-88DA-1E11077C96C1}" dt="2026-10-30T09:27:47.829" v="2309" actId="478"/>
          <ac:spMkLst>
            <pc:docMk/>
            <pc:sldMk cId="3720825072" sldId="282"/>
            <ac:spMk id="8" creationId="{8937D8B5-E067-5A67-B268-D220BCE55F46}"/>
          </ac:spMkLst>
        </pc:spChg>
        <pc:spChg chg="add mod">
          <ac:chgData name="Sofija Vlahovic" userId="f25fdaabf8f8d2e7" providerId="LiveId" clId="{87044395-137A-46BA-88DA-1E11077C96C1}" dt="2026-10-30T09:37:28.710" v="2488" actId="20577"/>
          <ac:spMkLst>
            <pc:docMk/>
            <pc:sldMk cId="3720825072" sldId="282"/>
            <ac:spMk id="10" creationId="{B7B19F65-ABB3-374E-ED9F-42371F743DB9}"/>
          </ac:spMkLst>
        </pc:spChg>
        <pc:spChg chg="mod">
          <ac:chgData name="Sofija Vlahovic" userId="f25fdaabf8f8d2e7" providerId="LiveId" clId="{87044395-137A-46BA-88DA-1E11077C96C1}" dt="2026-10-30T09:31:48.010" v="2431" actId="20577"/>
          <ac:spMkLst>
            <pc:docMk/>
            <pc:sldMk cId="3720825072" sldId="282"/>
            <ac:spMk id="11" creationId="{385BA894-20DF-DD63-7AC1-009311494D91}"/>
          </ac:spMkLst>
        </pc:spChg>
        <pc:spChg chg="mod">
          <ac:chgData name="Sofija Vlahovic" userId="f25fdaabf8f8d2e7" providerId="LiveId" clId="{87044395-137A-46BA-88DA-1E11077C96C1}" dt="2026-10-30T09:25:38.180" v="2282" actId="20577"/>
          <ac:spMkLst>
            <pc:docMk/>
            <pc:sldMk cId="3720825072" sldId="282"/>
            <ac:spMk id="12" creationId="{70700452-270C-05B8-E815-0F18B140E5E9}"/>
          </ac:spMkLst>
        </pc:spChg>
        <pc:spChg chg="add mod">
          <ac:chgData name="Sofija Vlahovic" userId="f25fdaabf8f8d2e7" providerId="LiveId" clId="{87044395-137A-46BA-88DA-1E11077C96C1}" dt="2026-10-30T09:33:38.707" v="2451" actId="1076"/>
          <ac:spMkLst>
            <pc:docMk/>
            <pc:sldMk cId="3720825072" sldId="282"/>
            <ac:spMk id="17" creationId="{9010E126-B55F-779B-8E02-7891CC751C9D}"/>
          </ac:spMkLst>
        </pc:spChg>
        <pc:graphicFrameChg chg="add del mod">
          <ac:chgData name="Sofija Vlahovic" userId="f25fdaabf8f8d2e7" providerId="LiveId" clId="{87044395-137A-46BA-88DA-1E11077C96C1}" dt="2026-10-30T09:27:05.646" v="2295" actId="478"/>
          <ac:graphicFrameMkLst>
            <pc:docMk/>
            <pc:sldMk cId="3720825072" sldId="282"/>
            <ac:graphicFrameMk id="3" creationId="{6F8D5A69-2DFE-157C-6FE0-B2CAC304BB91}"/>
          </ac:graphicFrameMkLst>
        </pc:graphicFrameChg>
        <pc:graphicFrameChg chg="add del mod">
          <ac:chgData name="Sofija Vlahovic" userId="f25fdaabf8f8d2e7" providerId="LiveId" clId="{87044395-137A-46BA-88DA-1E11077C96C1}" dt="2026-10-30T09:30:23.621" v="2396" actId="478"/>
          <ac:graphicFrameMkLst>
            <pc:docMk/>
            <pc:sldMk cId="3720825072" sldId="282"/>
            <ac:graphicFrameMk id="4" creationId="{AC96944B-7B51-A784-A945-37D665679B3C}"/>
          </ac:graphicFrameMkLst>
        </pc:graphicFrameChg>
        <pc:graphicFrameChg chg="add mod modGraphic">
          <ac:chgData name="Sofija Vlahovic" userId="f25fdaabf8f8d2e7" providerId="LiveId" clId="{87044395-137A-46BA-88DA-1E11077C96C1}" dt="2026-10-30T09:33:41.947" v="2452" actId="1076"/>
          <ac:graphicFrameMkLst>
            <pc:docMk/>
            <pc:sldMk cId="3720825072" sldId="282"/>
            <ac:graphicFrameMk id="15" creationId="{7BA9B930-C6AB-C2FC-0563-4B117EDA487E}"/>
          </ac:graphicFrameMkLst>
        </pc:graphicFrameChg>
        <pc:picChg chg="mod">
          <ac:chgData name="Sofija Vlahovic" userId="f25fdaabf8f8d2e7" providerId="LiveId" clId="{87044395-137A-46BA-88DA-1E11077C96C1}" dt="2026-10-30T09:22:56.660" v="2275" actId="1076"/>
          <ac:picMkLst>
            <pc:docMk/>
            <pc:sldMk cId="3720825072" sldId="282"/>
            <ac:picMk id="2" creationId="{8A5D6E88-7D13-CEBC-30F5-AC602A7D0F7C}"/>
          </ac:picMkLst>
        </pc:picChg>
      </pc:sldChg>
      <pc:sldChg chg="addSp modSp mod">
        <pc:chgData name="Sofija Vlahovic" userId="f25fdaabf8f8d2e7" providerId="LiveId" clId="{87044395-137A-46BA-88DA-1E11077C96C1}" dt="2026-10-30T09:47:50.357" v="2657" actId="114"/>
        <pc:sldMkLst>
          <pc:docMk/>
          <pc:sldMk cId="3661202671" sldId="283"/>
        </pc:sldMkLst>
        <pc:spChg chg="mod">
          <ac:chgData name="Sofija Vlahovic" userId="f25fdaabf8f8d2e7" providerId="LiveId" clId="{87044395-137A-46BA-88DA-1E11077C96C1}" dt="2026-10-30T08:20:47.956" v="118"/>
          <ac:spMkLst>
            <pc:docMk/>
            <pc:sldMk cId="3661202671" sldId="283"/>
            <ac:spMk id="5" creationId="{B6254515-2AB5-867C-E806-A874D542AA30}"/>
          </ac:spMkLst>
        </pc:spChg>
        <pc:spChg chg="mod">
          <ac:chgData name="Sofija Vlahovic" userId="f25fdaabf8f8d2e7" providerId="LiveId" clId="{87044395-137A-46BA-88DA-1E11077C96C1}" dt="2026-10-30T08:20:06.618" v="90"/>
          <ac:spMkLst>
            <pc:docMk/>
            <pc:sldMk cId="3661202671" sldId="283"/>
            <ac:spMk id="6" creationId="{53712533-3ED8-05E8-9531-CFF2563C4049}"/>
          </ac:spMkLst>
        </pc:spChg>
        <pc:spChg chg="mod">
          <ac:chgData name="Sofija Vlahovic" userId="f25fdaabf8f8d2e7" providerId="LiveId" clId="{87044395-137A-46BA-88DA-1E11077C96C1}" dt="2026-10-30T09:47:03.013" v="2640" actId="1076"/>
          <ac:spMkLst>
            <pc:docMk/>
            <pc:sldMk cId="3661202671" sldId="283"/>
            <ac:spMk id="12" creationId="{928A3196-F1FB-E0B3-B8A5-0D1B8EF269CD}"/>
          </ac:spMkLst>
        </pc:spChg>
        <pc:graphicFrameChg chg="add mod modGraphic">
          <ac:chgData name="Sofija Vlahovic" userId="f25fdaabf8f8d2e7" providerId="LiveId" clId="{87044395-137A-46BA-88DA-1E11077C96C1}" dt="2026-10-30T09:47:50.357" v="2657" actId="114"/>
          <ac:graphicFrameMkLst>
            <pc:docMk/>
            <pc:sldMk cId="3661202671" sldId="283"/>
            <ac:graphicFrameMk id="3" creationId="{47571F97-1267-568F-D8E5-3D98858BAC4C}"/>
          </ac:graphicFrameMkLst>
        </pc:graphicFrameChg>
      </pc:sldChg>
      <pc:sldChg chg="addSp delSp modSp mod">
        <pc:chgData name="Sofija Vlahovic" userId="f25fdaabf8f8d2e7" providerId="LiveId" clId="{87044395-137A-46BA-88DA-1E11077C96C1}" dt="2026-10-30T10:00:34.750" v="2692" actId="1076"/>
        <pc:sldMkLst>
          <pc:docMk/>
          <pc:sldMk cId="262581616" sldId="284"/>
        </pc:sldMkLst>
        <pc:spChg chg="mod">
          <ac:chgData name="Sofija Vlahovic" userId="f25fdaabf8f8d2e7" providerId="LiveId" clId="{87044395-137A-46BA-88DA-1E11077C96C1}" dt="2026-10-30T08:20:49.490" v="119"/>
          <ac:spMkLst>
            <pc:docMk/>
            <pc:sldMk cId="262581616" sldId="284"/>
            <ac:spMk id="5" creationId="{69B3EE54-48AC-4E71-5F42-800289DBCA49}"/>
          </ac:spMkLst>
        </pc:spChg>
        <pc:spChg chg="mod">
          <ac:chgData name="Sofija Vlahovic" userId="f25fdaabf8f8d2e7" providerId="LiveId" clId="{87044395-137A-46BA-88DA-1E11077C96C1}" dt="2026-10-30T08:20:08.658" v="91"/>
          <ac:spMkLst>
            <pc:docMk/>
            <pc:sldMk cId="262581616" sldId="284"/>
            <ac:spMk id="6" creationId="{E6A4559D-2B50-E19F-89B4-6C5760A95052}"/>
          </ac:spMkLst>
        </pc:spChg>
        <pc:spChg chg="del">
          <ac:chgData name="Sofija Vlahovic" userId="f25fdaabf8f8d2e7" providerId="LiveId" clId="{87044395-137A-46BA-88DA-1E11077C96C1}" dt="2026-10-30T09:57:49.009" v="2660" actId="478"/>
          <ac:spMkLst>
            <pc:docMk/>
            <pc:sldMk cId="262581616" sldId="284"/>
            <ac:spMk id="12" creationId="{CB7DC99C-ECF5-8F29-2C2D-52E1468D1F7E}"/>
          </ac:spMkLst>
        </pc:spChg>
        <pc:picChg chg="add del mod">
          <ac:chgData name="Sofija Vlahovic" userId="f25fdaabf8f8d2e7" providerId="LiveId" clId="{87044395-137A-46BA-88DA-1E11077C96C1}" dt="2026-10-30T09:57:58.607" v="2666" actId="22"/>
          <ac:picMkLst>
            <pc:docMk/>
            <pc:sldMk cId="262581616" sldId="284"/>
            <ac:picMk id="4" creationId="{20FC8B48-05E7-87A6-7B52-350BD23424C6}"/>
          </ac:picMkLst>
        </pc:picChg>
        <pc:picChg chg="add mod">
          <ac:chgData name="Sofija Vlahovic" userId="f25fdaabf8f8d2e7" providerId="LiveId" clId="{87044395-137A-46BA-88DA-1E11077C96C1}" dt="2026-10-30T09:58:32.143" v="2669" actId="1076"/>
          <ac:picMkLst>
            <pc:docMk/>
            <pc:sldMk cId="262581616" sldId="284"/>
            <ac:picMk id="8" creationId="{631006ED-8F36-38A0-6796-337528849BCD}"/>
          </ac:picMkLst>
        </pc:picChg>
        <pc:picChg chg="add mod">
          <ac:chgData name="Sofija Vlahovic" userId="f25fdaabf8f8d2e7" providerId="LiveId" clId="{87044395-137A-46BA-88DA-1E11077C96C1}" dt="2026-10-30T10:00:34.750" v="2692" actId="1076"/>
          <ac:picMkLst>
            <pc:docMk/>
            <pc:sldMk cId="262581616" sldId="284"/>
            <ac:picMk id="10" creationId="{2724BD1A-A86D-7FA7-75A1-C2CEB68E87FB}"/>
          </ac:picMkLst>
        </pc:picChg>
        <pc:picChg chg="add del mod">
          <ac:chgData name="Sofija Vlahovic" userId="f25fdaabf8f8d2e7" providerId="LiveId" clId="{87044395-137A-46BA-88DA-1E11077C96C1}" dt="2026-10-30T09:59:28.009" v="2678" actId="478"/>
          <ac:picMkLst>
            <pc:docMk/>
            <pc:sldMk cId="262581616" sldId="284"/>
            <ac:picMk id="15" creationId="{44444944-C7E8-0ED7-5866-34992622F119}"/>
          </ac:picMkLst>
        </pc:picChg>
        <pc:picChg chg="add del mod">
          <ac:chgData name="Sofija Vlahovic" userId="f25fdaabf8f8d2e7" providerId="LiveId" clId="{87044395-137A-46BA-88DA-1E11077C96C1}" dt="2026-10-30T10:00:00.296" v="2682" actId="478"/>
          <ac:picMkLst>
            <pc:docMk/>
            <pc:sldMk cId="262581616" sldId="284"/>
            <ac:picMk id="17" creationId="{60E562ED-80E6-A66F-0761-2DFC2039733C}"/>
          </ac:picMkLst>
        </pc:picChg>
        <pc:picChg chg="add del mod">
          <ac:chgData name="Sofija Vlahovic" userId="f25fdaabf8f8d2e7" providerId="LiveId" clId="{87044395-137A-46BA-88DA-1E11077C96C1}" dt="2026-10-30T10:00:19.267" v="2688" actId="22"/>
          <ac:picMkLst>
            <pc:docMk/>
            <pc:sldMk cId="262581616" sldId="284"/>
            <ac:picMk id="19" creationId="{F3200B11-ED9B-12C8-9CFF-8742490A00D7}"/>
          </ac:picMkLst>
        </pc:picChg>
        <pc:picChg chg="add mod">
          <ac:chgData name="Sofija Vlahovic" userId="f25fdaabf8f8d2e7" providerId="LiveId" clId="{87044395-137A-46BA-88DA-1E11077C96C1}" dt="2026-10-30T10:00:33.623" v="2691" actId="1076"/>
          <ac:picMkLst>
            <pc:docMk/>
            <pc:sldMk cId="262581616" sldId="284"/>
            <ac:picMk id="21" creationId="{5C4797DD-C9C7-C241-BDCB-16240F2A3D1A}"/>
          </ac:picMkLst>
        </pc:picChg>
      </pc:sldChg>
      <pc:sldChg chg="modSp mod">
        <pc:chgData name="Sofija Vlahovic" userId="f25fdaabf8f8d2e7" providerId="LiveId" clId="{87044395-137A-46BA-88DA-1E11077C96C1}" dt="2026-10-30T10:06:10.425" v="2740" actId="20577"/>
        <pc:sldMkLst>
          <pc:docMk/>
          <pc:sldMk cId="834795657" sldId="285"/>
        </pc:sldMkLst>
        <pc:spChg chg="mod">
          <ac:chgData name="Sofija Vlahovic" userId="f25fdaabf8f8d2e7" providerId="LiveId" clId="{87044395-137A-46BA-88DA-1E11077C96C1}" dt="2026-10-30T08:20:51.169" v="120"/>
          <ac:spMkLst>
            <pc:docMk/>
            <pc:sldMk cId="834795657" sldId="285"/>
            <ac:spMk id="5" creationId="{8A52BAFE-1A79-52FE-C4A9-5B8832C89EF3}"/>
          </ac:spMkLst>
        </pc:spChg>
        <pc:spChg chg="mod">
          <ac:chgData name="Sofija Vlahovic" userId="f25fdaabf8f8d2e7" providerId="LiveId" clId="{87044395-137A-46BA-88DA-1E11077C96C1}" dt="2026-10-30T08:20:10.538" v="92"/>
          <ac:spMkLst>
            <pc:docMk/>
            <pc:sldMk cId="834795657" sldId="285"/>
            <ac:spMk id="6" creationId="{19B4C573-FFB6-8BF7-C19F-A16C57F97046}"/>
          </ac:spMkLst>
        </pc:spChg>
        <pc:spChg chg="mod">
          <ac:chgData name="Sofija Vlahovic" userId="f25fdaabf8f8d2e7" providerId="LiveId" clId="{87044395-137A-46BA-88DA-1E11077C96C1}" dt="2026-10-30T10:06:10.425" v="2740" actId="20577"/>
          <ac:spMkLst>
            <pc:docMk/>
            <pc:sldMk cId="834795657" sldId="285"/>
            <ac:spMk id="12" creationId="{BE841D09-7B3B-B980-E2AF-5A7484754AA1}"/>
          </ac:spMkLst>
        </pc:spChg>
        <pc:picChg chg="mod">
          <ac:chgData name="Sofija Vlahovic" userId="f25fdaabf8f8d2e7" providerId="LiveId" clId="{87044395-137A-46BA-88DA-1E11077C96C1}" dt="2026-10-30T09:48:21.304" v="2659" actId="1076"/>
          <ac:picMkLst>
            <pc:docMk/>
            <pc:sldMk cId="834795657" sldId="285"/>
            <ac:picMk id="2" creationId="{BEA76B8C-EF2E-79C5-B53F-6A9A4AFD6332}"/>
          </ac:picMkLst>
        </pc:picChg>
      </pc:sldChg>
      <pc:sldChg chg="modSp mod">
        <pc:chgData name="Sofija Vlahovic" userId="f25fdaabf8f8d2e7" providerId="LiveId" clId="{87044395-137A-46BA-88DA-1E11077C96C1}" dt="2026-10-30T10:10:49.960" v="2863" actId="20577"/>
        <pc:sldMkLst>
          <pc:docMk/>
          <pc:sldMk cId="335227424" sldId="286"/>
        </pc:sldMkLst>
        <pc:spChg chg="mod">
          <ac:chgData name="Sofija Vlahovic" userId="f25fdaabf8f8d2e7" providerId="LiveId" clId="{87044395-137A-46BA-88DA-1E11077C96C1}" dt="2026-10-30T08:20:52.938" v="121"/>
          <ac:spMkLst>
            <pc:docMk/>
            <pc:sldMk cId="335227424" sldId="286"/>
            <ac:spMk id="5" creationId="{25DCB9C7-9886-71B9-C83A-A13E0B356E4C}"/>
          </ac:spMkLst>
        </pc:spChg>
        <pc:spChg chg="mod">
          <ac:chgData name="Sofija Vlahovic" userId="f25fdaabf8f8d2e7" providerId="LiveId" clId="{87044395-137A-46BA-88DA-1E11077C96C1}" dt="2026-10-30T08:20:12.802" v="93"/>
          <ac:spMkLst>
            <pc:docMk/>
            <pc:sldMk cId="335227424" sldId="286"/>
            <ac:spMk id="6" creationId="{0B53811B-19BF-F1BC-BEB9-CECB68819F51}"/>
          </ac:spMkLst>
        </pc:spChg>
        <pc:spChg chg="mod">
          <ac:chgData name="Sofija Vlahovic" userId="f25fdaabf8f8d2e7" providerId="LiveId" clId="{87044395-137A-46BA-88DA-1E11077C96C1}" dt="2026-10-30T10:10:49.960" v="2863" actId="20577"/>
          <ac:spMkLst>
            <pc:docMk/>
            <pc:sldMk cId="335227424" sldId="286"/>
            <ac:spMk id="12" creationId="{223F1D2E-9966-97D5-288F-5D565F0FF02F}"/>
          </ac:spMkLst>
        </pc:spChg>
      </pc:sldChg>
      <pc:sldChg chg="addSp modSp add mod">
        <pc:chgData name="Sofija Vlahovic" userId="f25fdaabf8f8d2e7" providerId="LiveId" clId="{87044395-137A-46BA-88DA-1E11077C96C1}" dt="2026-10-30T09:32:24.516" v="2440" actId="20577"/>
        <pc:sldMkLst>
          <pc:docMk/>
          <pc:sldMk cId="551619762" sldId="287"/>
        </pc:sldMkLst>
        <pc:spChg chg="mod">
          <ac:chgData name="Sofija Vlahovic" userId="f25fdaabf8f8d2e7" providerId="LiveId" clId="{87044395-137A-46BA-88DA-1E11077C96C1}" dt="2026-10-30T08:43:18.023" v="705" actId="20577"/>
          <ac:spMkLst>
            <pc:docMk/>
            <pc:sldMk cId="551619762" sldId="287"/>
            <ac:spMk id="11" creationId="{9D0BDBB5-6D7D-09AA-E5B8-16218E2F8805}"/>
          </ac:spMkLst>
        </pc:spChg>
        <pc:spChg chg="mod">
          <ac:chgData name="Sofija Vlahovic" userId="f25fdaabf8f8d2e7" providerId="LiveId" clId="{87044395-137A-46BA-88DA-1E11077C96C1}" dt="2026-10-30T09:32:24.516" v="2440" actId="20577"/>
          <ac:spMkLst>
            <pc:docMk/>
            <pc:sldMk cId="551619762" sldId="287"/>
            <ac:spMk id="12" creationId="{33D64C57-BEBE-347E-20DE-2160F0A95CFB}"/>
          </ac:spMkLst>
        </pc:spChg>
        <pc:graphicFrameChg chg="add mod modGraphic">
          <ac:chgData name="Sofija Vlahovic" userId="f25fdaabf8f8d2e7" providerId="LiveId" clId="{87044395-137A-46BA-88DA-1E11077C96C1}" dt="2026-10-30T08:46:35.791" v="987" actId="14100"/>
          <ac:graphicFrameMkLst>
            <pc:docMk/>
            <pc:sldMk cId="551619762" sldId="287"/>
            <ac:graphicFrameMk id="3" creationId="{AC415C62-01DC-7674-D107-FEE9150A11AD}"/>
          </ac:graphicFrameMkLst>
        </pc:graphicFrameChg>
      </pc:sldChg>
      <pc:sldChg chg="addSp delSp modSp add mod modShow">
        <pc:chgData name="Sofija Vlahovic" userId="f25fdaabf8f8d2e7" providerId="LiveId" clId="{87044395-137A-46BA-88DA-1E11077C96C1}" dt="2026-10-30T09:32:02.046" v="2432" actId="729"/>
        <pc:sldMkLst>
          <pc:docMk/>
          <pc:sldMk cId="1047050453" sldId="288"/>
        </pc:sldMkLst>
        <pc:spChg chg="add mod">
          <ac:chgData name="Sofija Vlahovic" userId="f25fdaabf8f8d2e7" providerId="LiveId" clId="{87044395-137A-46BA-88DA-1E11077C96C1}" dt="2026-10-30T09:04:45.682" v="2060" actId="1076"/>
          <ac:spMkLst>
            <pc:docMk/>
            <pc:sldMk cId="1047050453" sldId="288"/>
            <ac:spMk id="10" creationId="{952196D2-E2A6-8AF3-F69E-DA7CFBB9027B}"/>
          </ac:spMkLst>
        </pc:spChg>
        <pc:spChg chg="del mod">
          <ac:chgData name="Sofija Vlahovic" userId="f25fdaabf8f8d2e7" providerId="LiveId" clId="{87044395-137A-46BA-88DA-1E11077C96C1}" dt="2026-10-30T09:04:09.944" v="2028" actId="478"/>
          <ac:spMkLst>
            <pc:docMk/>
            <pc:sldMk cId="1047050453" sldId="288"/>
            <ac:spMk id="11" creationId="{3A15E9D0-0CEA-4DB4-3C9A-DB845387AFE9}"/>
          </ac:spMkLst>
        </pc:spChg>
        <pc:spChg chg="mod">
          <ac:chgData name="Sofija Vlahovic" userId="f25fdaabf8f8d2e7" providerId="LiveId" clId="{87044395-137A-46BA-88DA-1E11077C96C1}" dt="2026-10-30T09:02:38.829" v="2017" actId="20577"/>
          <ac:spMkLst>
            <pc:docMk/>
            <pc:sldMk cId="1047050453" sldId="288"/>
            <ac:spMk id="12" creationId="{B3063077-0E68-93F6-72E2-7A3089B0ED71}"/>
          </ac:spMkLst>
        </pc:spChg>
        <pc:spChg chg="add mod">
          <ac:chgData name="Sofija Vlahovic" userId="f25fdaabf8f8d2e7" providerId="LiveId" clId="{87044395-137A-46BA-88DA-1E11077C96C1}" dt="2026-10-30T09:05:05.203" v="2086" actId="1076"/>
          <ac:spMkLst>
            <pc:docMk/>
            <pc:sldMk cId="1047050453" sldId="288"/>
            <ac:spMk id="15" creationId="{18CEB259-66B2-CBAB-66B8-D053948E17F6}"/>
          </ac:spMkLst>
        </pc:spChg>
        <pc:spChg chg="add mod">
          <ac:chgData name="Sofija Vlahovic" userId="f25fdaabf8f8d2e7" providerId="LiveId" clId="{87044395-137A-46BA-88DA-1E11077C96C1}" dt="2026-10-30T09:08:25.297" v="2116"/>
          <ac:spMkLst>
            <pc:docMk/>
            <pc:sldMk cId="1047050453" sldId="288"/>
            <ac:spMk id="17" creationId="{F7650FA3-A6FC-EC02-5B2C-0BD04CA3FF90}"/>
          </ac:spMkLst>
        </pc:spChg>
        <pc:picChg chg="add del mod">
          <ac:chgData name="Sofija Vlahovic" userId="f25fdaabf8f8d2e7" providerId="LiveId" clId="{87044395-137A-46BA-88DA-1E11077C96C1}" dt="2026-10-30T09:07:26.777" v="2098" actId="478"/>
          <ac:picMkLst>
            <pc:docMk/>
            <pc:sldMk cId="1047050453" sldId="288"/>
            <ac:picMk id="4" creationId="{47C2875B-640B-E17F-85E9-1086341D5475}"/>
          </ac:picMkLst>
        </pc:picChg>
        <pc:picChg chg="add del mod">
          <ac:chgData name="Sofija Vlahovic" userId="f25fdaabf8f8d2e7" providerId="LiveId" clId="{87044395-137A-46BA-88DA-1E11077C96C1}" dt="2026-10-30T09:07:49.348" v="2104" actId="478"/>
          <ac:picMkLst>
            <pc:docMk/>
            <pc:sldMk cId="1047050453" sldId="288"/>
            <ac:picMk id="8" creationId="{EE898004-0364-68E3-B4F0-F48F42CCFC82}"/>
          </ac:picMkLst>
        </pc:picChg>
        <pc:picChg chg="add mod">
          <ac:chgData name="Sofija Vlahovic" userId="f25fdaabf8f8d2e7" providerId="LiveId" clId="{87044395-137A-46BA-88DA-1E11077C96C1}" dt="2026-10-30T09:07:35.805" v="2103" actId="1076"/>
          <ac:picMkLst>
            <pc:docMk/>
            <pc:sldMk cId="1047050453" sldId="288"/>
            <ac:picMk id="19" creationId="{BF616159-2E7D-5F50-AACE-2F6EDCF0CAF0}"/>
          </ac:picMkLst>
        </pc:picChg>
        <pc:picChg chg="add mod">
          <ac:chgData name="Sofija Vlahovic" userId="f25fdaabf8f8d2e7" providerId="LiveId" clId="{87044395-137A-46BA-88DA-1E11077C96C1}" dt="2026-10-30T09:08:11.282" v="2114" actId="1076"/>
          <ac:picMkLst>
            <pc:docMk/>
            <pc:sldMk cId="1047050453" sldId="288"/>
            <ac:picMk id="21" creationId="{EF4F3B4C-B0B9-B774-DFB7-C3351026C7B7}"/>
          </ac:picMkLst>
        </pc:picChg>
        <pc:picChg chg="add mod">
          <ac:chgData name="Sofija Vlahovic" userId="f25fdaabf8f8d2e7" providerId="LiveId" clId="{87044395-137A-46BA-88DA-1E11077C96C1}" dt="2026-10-30T09:08:41.879" v="2120" actId="1076"/>
          <ac:picMkLst>
            <pc:docMk/>
            <pc:sldMk cId="1047050453" sldId="288"/>
            <ac:picMk id="23" creationId="{69E38CEF-3009-15BB-A437-C1147EB967E9}"/>
          </ac:picMkLst>
        </pc:picChg>
      </pc:sldChg>
      <pc:sldChg chg="add del">
        <pc:chgData name="Sofija Vlahovic" userId="f25fdaabf8f8d2e7" providerId="LiveId" clId="{87044395-137A-46BA-88DA-1E11077C96C1}" dt="2026-10-30T09:02:01.846" v="2009"/>
        <pc:sldMkLst>
          <pc:docMk/>
          <pc:sldMk cId="3653600318" sldId="289"/>
        </pc:sldMkLst>
      </pc:sldChg>
      <pc:sldChg chg="addSp delSp modSp add mod">
        <pc:chgData name="Sofija Vlahovic" userId="f25fdaabf8f8d2e7" providerId="LiveId" clId="{87044395-137A-46BA-88DA-1E11077C96C1}" dt="2026-10-30T09:39:43.066" v="2532" actId="14100"/>
        <pc:sldMkLst>
          <pc:docMk/>
          <pc:sldMk cId="3987230493" sldId="289"/>
        </pc:sldMkLst>
        <pc:spChg chg="add mod">
          <ac:chgData name="Sofija Vlahovic" userId="f25fdaabf8f8d2e7" providerId="LiveId" clId="{87044395-137A-46BA-88DA-1E11077C96C1}" dt="2026-10-30T09:39:43.066" v="2532" actId="14100"/>
          <ac:spMkLst>
            <pc:docMk/>
            <pc:sldMk cId="3987230493" sldId="289"/>
            <ac:spMk id="10" creationId="{B4BD1BCF-0754-E46B-BF07-E9E4DD2CFEBC}"/>
          </ac:spMkLst>
        </pc:spChg>
        <pc:spChg chg="mod">
          <ac:chgData name="Sofija Vlahovic" userId="f25fdaabf8f8d2e7" providerId="LiveId" clId="{87044395-137A-46BA-88DA-1E11077C96C1}" dt="2026-10-30T09:38:00.854" v="2491" actId="20577"/>
          <ac:spMkLst>
            <pc:docMk/>
            <pc:sldMk cId="3987230493" sldId="289"/>
            <ac:spMk id="11" creationId="{7205B5D6-647A-11DC-C754-CDE54AB65095}"/>
          </ac:spMkLst>
        </pc:spChg>
        <pc:graphicFrameChg chg="del">
          <ac:chgData name="Sofija Vlahovic" userId="f25fdaabf8f8d2e7" providerId="LiveId" clId="{87044395-137A-46BA-88DA-1E11077C96C1}" dt="2026-10-30T09:26:54.212" v="2292" actId="21"/>
          <ac:graphicFrameMkLst>
            <pc:docMk/>
            <pc:sldMk cId="3987230493" sldId="289"/>
            <ac:graphicFrameMk id="3" creationId="{E56CF3F8-84BB-D97D-E260-7F6C34885ACE}"/>
          </ac:graphicFrameMkLst>
        </pc:graphicFrameChg>
        <pc:graphicFrameChg chg="del">
          <ac:chgData name="Sofija Vlahovic" userId="f25fdaabf8f8d2e7" providerId="LiveId" clId="{87044395-137A-46BA-88DA-1E11077C96C1}" dt="2026-10-30T09:26:58.272" v="2293" actId="478"/>
          <ac:graphicFrameMkLst>
            <pc:docMk/>
            <pc:sldMk cId="3987230493" sldId="289"/>
            <ac:graphicFrameMk id="4" creationId="{41F514D4-8E61-023F-365A-F6C92D5A7A03}"/>
          </ac:graphicFrameMkLst>
        </pc:graphicFrameChg>
        <pc:graphicFrameChg chg="add del">
          <ac:chgData name="Sofija Vlahovic" userId="f25fdaabf8f8d2e7" providerId="LiveId" clId="{87044395-137A-46BA-88DA-1E11077C96C1}" dt="2026-10-30T09:30:40.319" v="2398" actId="21"/>
          <ac:graphicFrameMkLst>
            <pc:docMk/>
            <pc:sldMk cId="3987230493" sldId="289"/>
            <ac:graphicFrameMk id="8" creationId="{8ABC29B8-41D5-A6B6-A27A-7FE58FE26C7D}"/>
          </ac:graphicFrameMkLst>
        </pc:graphicFrameChg>
      </pc:sldChg>
      <pc:sldChg chg="delSp modSp add mod">
        <pc:chgData name="Sofija Vlahovic" userId="f25fdaabf8f8d2e7" providerId="LiveId" clId="{87044395-137A-46BA-88DA-1E11077C96C1}" dt="2026-10-30T10:12:39.041" v="2876" actId="5793"/>
        <pc:sldMkLst>
          <pc:docMk/>
          <pc:sldMk cId="2400268408" sldId="290"/>
        </pc:sldMkLst>
        <pc:spChg chg="del mod">
          <ac:chgData name="Sofija Vlahovic" userId="f25fdaabf8f8d2e7" providerId="LiveId" clId="{87044395-137A-46BA-88DA-1E11077C96C1}" dt="2026-10-30T10:07:03.347" v="2743" actId="478"/>
          <ac:spMkLst>
            <pc:docMk/>
            <pc:sldMk cId="2400268408" sldId="290"/>
            <ac:spMk id="11" creationId="{067C66AB-76B8-18C5-53D2-89D4B70EA263}"/>
          </ac:spMkLst>
        </pc:spChg>
        <pc:spChg chg="mod">
          <ac:chgData name="Sofija Vlahovic" userId="f25fdaabf8f8d2e7" providerId="LiveId" clId="{87044395-137A-46BA-88DA-1E11077C96C1}" dt="2026-10-30T10:12:39.041" v="2876" actId="5793"/>
          <ac:spMkLst>
            <pc:docMk/>
            <pc:sldMk cId="2400268408" sldId="290"/>
            <ac:spMk id="12" creationId="{19867485-35A0-BC46-4418-3692A8A6D31F}"/>
          </ac:spMkLst>
        </pc:spChg>
      </pc:sldChg>
      <pc:sldChg chg="add del">
        <pc:chgData name="Sofija Vlahovic" userId="f25fdaabf8f8d2e7" providerId="LiveId" clId="{87044395-137A-46BA-88DA-1E11077C96C1}" dt="2026-10-30T10:07:13.618" v="2760"/>
        <pc:sldMkLst>
          <pc:docMk/>
          <pc:sldMk cId="119893792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3A1BA-B595-416A-B6AF-4D712BEBB2C3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2724C-89EA-485D-A965-9413111DFF5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43061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B971-2AE2-88D8-2DC8-55D687E4A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66243-CE93-28A4-638C-2093FDABC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F4EE0-52EE-57DE-1BEB-F92695EA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7AB91-38CC-9FDA-7D19-9E85961A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9C237-5E6C-CED0-3772-0AFBCCFD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4957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FA0B-A08D-8667-EADB-6EF6D7D38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C5C95-6757-2929-9AE1-9EDE5A2B8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AF592-358C-7522-DDB6-3D9A12C45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F5F2A-0152-9425-E683-ACAE0988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0E988-D876-8EA4-252B-1E9FF64F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647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E53F-AC25-1C38-16A2-510A1BC2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C02BC-23AF-D255-2224-B85013C2F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0513A-3BF8-148D-F31B-2CE770BD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A8738-A9EA-5CA8-4B51-645D60B5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334AE-2560-7405-2F28-C0601EE1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095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D3E5-1A04-AB81-D4A3-3ECD1B75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D2FF1-DD9F-78A1-264C-EB02E595B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C5235-DECD-E984-A2C4-1A5349BD1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4E629-28F0-BB66-1197-7DD9D204B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FF5C6-BFBC-B722-8C5F-58B1D63C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754BC-9B06-E66D-A273-AE8F3AD1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803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A6B4-A3DD-3270-0D84-C386360D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8DA-D9B5-08F2-0715-339B9CDB7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4E145-C8FB-E1BE-3708-5486DA3C1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75F22-CEF3-D22A-DB9C-145B18B2C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CFB71-FD3D-3358-8F14-FA71A17A3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AC031-8ABA-0D47-F0C7-5471B5FA1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ABA08-F606-B2B2-360D-62B832A9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FD3CF-53FA-7480-6FBA-2D348505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469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0B47-1C0E-3D46-118E-6BFD446F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8336F-43CE-D3BF-E9BE-84C3B8210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F3AAF-11AB-FFBD-543F-69BA6CD2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D4510-8758-6354-1623-66F2BB30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7316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35596-A281-327B-4D7A-EF26427B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08F48-365C-6F21-0FD1-06335B187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73BC9-0D9B-1326-5C81-7857CA70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7425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DB4D-5FBE-0EB8-A817-DB3DA13D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7A2E-91B4-01EB-A3B6-8AE170213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E6E94-8FEE-C199-6E1D-A8F87364C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AA0C7-CA02-65FB-59B4-AE8D7EC7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A1FC5-E512-D04E-2C86-7FA0C5A02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23394-5A48-E745-A1B4-9667F514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6799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264C-2FF1-CE01-6DE3-B579645F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19B75C-99A6-CCE2-19FB-6D005C088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53A91-6526-62AC-786C-1AB1D3059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2C6D6-2F27-66E9-4863-1822AB5E8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77B82-53CC-739F-1E2E-38694FD8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30AEE-6EFA-88AA-B88C-14307038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42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0BFD-F9C2-720F-BFE5-9ED41A31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F8987-9565-9358-9DD4-AC117AAA8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6F82C-38A4-D65A-A216-72CCA29D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563D-EE2E-5C63-B533-694915F7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EB1B-7285-9588-BEF8-DECBF187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4566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35F624-E319-3D2D-5E7E-934FC6CF6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2AF8A-2FCF-85F9-755F-6F033814A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81685-E028-A514-0580-D8D0B2E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4509E-9B18-D2D5-2EC2-5DE940E8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CEC68-4BC9-D29D-E20F-146B9B5C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2118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F5323-F16D-4973-E8C3-E24AE409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51D6E-8BF6-9743-DEF4-C96E3BBDA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4DA60-7516-0928-B4BC-E44298191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12C09-EAFE-42C6-92DA-0E7080B7F440}" type="datetimeFigureOut">
              <a:rPr lang="en-CH" smtClean="0"/>
              <a:t>10/30/2026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26B54-98E2-1603-7AD1-CA70431B8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5566F-FCC3-664C-139B-CBFBA2273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8207B-2D32-4E7D-9288-31309CADE2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1881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xWu-SeAqe4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www.youtube.com/watch?v=nLmhmB6Nzc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p-algorithms.com/dynamic_programming/knapsack.html" TargetMode="External"/><Relationship Id="rId5" Type="http://schemas.openxmlformats.org/officeDocument/2006/relationships/hyperlink" Target="https://www.tutorialspoint.com/data_structures_algorithms/01_knapsack_problem.htm" TargetMode="External"/><Relationship Id="rId4" Type="http://schemas.openxmlformats.org/officeDocument/2006/relationships/hyperlink" Target="https://www.youtube.com/watch?v=cJ21moQpof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8A639BD-0D59-D118-4754-B1FAC226B8DE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fr-CH" sz="1000" dirty="0"/>
              <a:t>NAPREDNI ALGORITMI</a:t>
            </a:r>
            <a:endParaRPr lang="fr-FR" sz="1000" dirty="0"/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3259CA7C-F336-57E5-D6DC-F537F76A5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Univerzitet Mediteran se uselio u novu zgradu u Podgorici">
            <a:extLst>
              <a:ext uri="{FF2B5EF4-FFF2-40B4-BE49-F238E27FC236}">
                <a16:creationId xmlns:a16="http://schemas.microsoft.com/office/drawing/2014/main" id="{3BA7866D-EB4D-38D3-7E77-EB82666B90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5" b="29926"/>
          <a:stretch/>
        </p:blipFill>
        <p:spPr bwMode="auto">
          <a:xfrm>
            <a:off x="1722884" y="0"/>
            <a:ext cx="10469115" cy="643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1;p1">
            <a:extLst>
              <a:ext uri="{FF2B5EF4-FFF2-40B4-BE49-F238E27FC236}">
                <a16:creationId xmlns:a16="http://schemas.microsoft.com/office/drawing/2014/main" id="{8A84E999-E5E9-A3E2-B19A-1FD61784CBD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270240" y="2611120"/>
            <a:ext cx="3921759" cy="1895563"/>
          </a:xfrm>
          <a:prstGeom prst="rect">
            <a:avLst/>
          </a:prstGeom>
          <a:solidFill>
            <a:srgbClr val="0563C1"/>
          </a:solidFill>
          <a:ln>
            <a:noFill/>
          </a:ln>
        </p:spPr>
        <p:txBody>
          <a:bodyPr spcFirstLastPara="1" wrap="square" lIns="216000" tIns="0" rIns="72000" bIns="46800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ibre Franklin"/>
              <a:buNone/>
            </a:pPr>
            <a:r>
              <a:rPr lang="en-US" sz="3200" b="1" dirty="0">
                <a:solidFill>
                  <a:schemeClr val="bg1"/>
                </a:solidFill>
              </a:rPr>
              <a:t>Knapsack problem 0/1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7" name="Google Shape;92;p1">
            <a:extLst>
              <a:ext uri="{FF2B5EF4-FFF2-40B4-BE49-F238E27FC236}">
                <a16:creationId xmlns:a16="http://schemas.microsoft.com/office/drawing/2014/main" id="{FDDCCDD7-2768-3171-3B0F-8255985C26F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60720" y="4496435"/>
            <a:ext cx="2509520" cy="15684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80"/>
              <a:buNone/>
            </a:pPr>
            <a:r>
              <a:rPr lang="en-US" b="0" u="none" strike="noStrike" cap="none" dirty="0">
                <a:solidFill>
                  <a:schemeClr val="bg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Sofija Mandi</a:t>
            </a:r>
            <a:r>
              <a:rPr lang="sr-Latn-RS" b="0" u="none" strike="noStrike" cap="none" dirty="0">
                <a:solidFill>
                  <a:schemeClr val="bg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ć</a:t>
            </a:r>
            <a:endParaRPr lang="fr-FR" sz="1600" b="0" u="none" strike="noStrike" cap="none" dirty="0">
              <a:solidFill>
                <a:schemeClr val="bg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" name="Google Shape;93;p1">
            <a:extLst>
              <a:ext uri="{FF2B5EF4-FFF2-40B4-BE49-F238E27FC236}">
                <a16:creationId xmlns:a16="http://schemas.microsoft.com/office/drawing/2014/main" id="{3A5F9901-73BC-A107-720D-95291888E3D4}"/>
              </a:ext>
            </a:extLst>
          </p:cNvPr>
          <p:cNvSpPr txBox="1"/>
          <p:nvPr/>
        </p:nvSpPr>
        <p:spPr>
          <a:xfrm>
            <a:off x="8270240" y="6064885"/>
            <a:ext cx="1960880" cy="366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1100"/>
            </a:pPr>
            <a:r>
              <a:rPr lang="sr-Latn-RS" sz="1400" b="1" dirty="0"/>
              <a:t>30.10.2026.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2495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6AA418CF-F7A6-7DD0-CA64-299134D97A1C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err="1">
                <a:latin typeface="Franklin Gothic Demi Cond" panose="020B0706030402020204" pitchFamily="34" charset="0"/>
              </a:rPr>
              <a:t>Cilj</a:t>
            </a:r>
            <a:r>
              <a:rPr lang="en-US" sz="4400" b="1" dirty="0">
                <a:latin typeface="Franklin Gothic Demi Cond" panose="020B0706030402020204" pitchFamily="34" charset="0"/>
              </a:rPr>
              <a:t> </a:t>
            </a:r>
            <a:r>
              <a:rPr lang="en-US" sz="4400" b="1" dirty="0" err="1">
                <a:latin typeface="Franklin Gothic Demi Cond" panose="020B0706030402020204" pitchFamily="34" charset="0"/>
              </a:rPr>
              <a:t>prezentacije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77D4BC-1157-4E96-D2FB-EE63268F7E1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49174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r>
              <a:rPr lang="en-US" altLang="en-CH" sz="2400" b="1" dirty="0">
                <a:solidFill>
                  <a:srgbClr val="0563C1"/>
                </a:solidFill>
                <a:latin typeface="Arial "/>
              </a:rPr>
              <a:t>CILJ: </a:t>
            </a:r>
            <a:r>
              <a:rPr lang="pt-BR" altLang="en-CH" sz="2400" dirty="0">
                <a:latin typeface="Arial "/>
              </a:rPr>
              <a:t>Objasniti problem ranca 0/1 i pokazati kako se dinami</a:t>
            </a:r>
            <a:r>
              <a:rPr lang="sr-Latn-RS" altLang="en-CH" sz="2400" dirty="0">
                <a:latin typeface="Arial "/>
              </a:rPr>
              <a:t>čkim programiranjem bira kombinacija predmeta najveće ukupne vrednosti, a da se ne prekorači kapacitet samog ranca.</a:t>
            </a:r>
            <a:endParaRPr lang="pt-BR" altLang="en-CH" sz="2400" dirty="0">
              <a:latin typeface="Arial "/>
            </a:endParaRPr>
          </a:p>
          <a:p>
            <a:pPr algn="just">
              <a:buSzPct val="50000"/>
            </a:pPr>
            <a:endParaRPr lang="en-US" altLang="en-US" sz="2000" dirty="0">
              <a:latin typeface="Arial "/>
            </a:endParaRPr>
          </a:p>
          <a:p>
            <a:pPr algn="just">
              <a:buSzPct val="50000"/>
            </a:pPr>
            <a:r>
              <a:rPr lang="pl-PL" altLang="en-CH" sz="2400" b="1" dirty="0">
                <a:latin typeface="Arial "/>
              </a:rPr>
              <a:t>Nakon prezentacije treba da bude jasno:</a:t>
            </a:r>
            <a:endParaRPr lang="sr-Latn-ME" altLang="en-CH" sz="2000" b="1" dirty="0">
              <a:latin typeface="Arial "/>
            </a:endParaRPr>
          </a:p>
          <a:p>
            <a:pPr lvl="1" algn="just">
              <a:spcAft>
                <a:spcPts val="600"/>
              </a:spcAft>
              <a:buSzPct val="50000"/>
            </a:pPr>
            <a:r>
              <a:rPr lang="pl-PL" altLang="en-CH" sz="2000" dirty="0">
                <a:latin typeface="Arial "/>
              </a:rPr>
              <a:t>šta predstavlja problem ranca i šta znači oznaka 0/1.</a:t>
            </a:r>
            <a:r>
              <a:rPr lang="sr-Latn-ME" altLang="en-CH" sz="2000" dirty="0">
                <a:latin typeface="Arial "/>
              </a:rPr>
              <a:t>kako algoritam radi;</a:t>
            </a:r>
          </a:p>
          <a:p>
            <a:pPr lvl="1" algn="just">
              <a:spcAft>
                <a:spcPts val="600"/>
              </a:spcAft>
              <a:buSzPct val="50000"/>
            </a:pPr>
            <a:r>
              <a:rPr lang="sr-Latn-ME" altLang="en-CH" sz="2000" dirty="0">
                <a:latin typeface="Arial "/>
              </a:rPr>
              <a:t>kako dinamičko programiranje rešava ovaj problem</a:t>
            </a:r>
            <a:r>
              <a:rPr lang="en-US" altLang="en-CH" sz="2000" dirty="0">
                <a:latin typeface="Arial "/>
              </a:rPr>
              <a:t>;</a:t>
            </a:r>
          </a:p>
          <a:p>
            <a:pPr lvl="1" algn="just">
              <a:spcAft>
                <a:spcPts val="600"/>
              </a:spcAft>
              <a:buSzPct val="50000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kako se popunjava tabela i određuju predmeti koji čine optimalno rešenje;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600"/>
              </a:spcAft>
              <a:buSzPct val="50000"/>
            </a:pPr>
            <a:r>
              <a:rPr lang="pt-BR" altLang="en-CH" sz="2000" dirty="0">
                <a:latin typeface="Arial "/>
              </a:rPr>
              <a:t>kako se algoritam implementira u Pythonu;</a:t>
            </a:r>
          </a:p>
          <a:p>
            <a:pPr lvl="1" algn="just">
              <a:spcAft>
                <a:spcPts val="600"/>
              </a:spcAft>
              <a:buSzPct val="50000"/>
            </a:pPr>
            <a:r>
              <a:rPr lang="sv-SE" altLang="en-CH" sz="2000" dirty="0">
                <a:latin typeface="Arial "/>
              </a:rPr>
              <a:t>kolika je vremenska i prostorna složenost algoritma;</a:t>
            </a:r>
          </a:p>
          <a:p>
            <a:pPr lvl="1" algn="just">
              <a:spcAft>
                <a:spcPts val="600"/>
              </a:spcAft>
              <a:buSzPct val="50000"/>
            </a:pPr>
            <a:r>
              <a:rPr lang="en-US" altLang="en-CH" sz="2000" dirty="0" err="1">
                <a:latin typeface="Arial "/>
              </a:rPr>
              <a:t>kada</a:t>
            </a:r>
            <a:r>
              <a:rPr lang="en-US" altLang="en-CH" sz="2000" dirty="0">
                <a:latin typeface="Arial "/>
              </a:rPr>
              <a:t> je </a:t>
            </a:r>
            <a:r>
              <a:rPr lang="en-US" altLang="en-CH" sz="2000" dirty="0" err="1">
                <a:latin typeface="Arial "/>
              </a:rPr>
              <a:t>ovaj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pristup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dobar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izbor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i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koja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su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njegova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ograničenja</a:t>
            </a:r>
            <a:r>
              <a:rPr lang="en-US" altLang="en-CH" sz="2000" dirty="0">
                <a:latin typeface="Arial "/>
              </a:rPr>
              <a:t>.</a:t>
            </a:r>
          </a:p>
          <a:p>
            <a:pPr lvl="1" algn="just">
              <a:spcAft>
                <a:spcPts val="600"/>
              </a:spcAft>
              <a:buSzPct val="50000"/>
            </a:pPr>
            <a:endParaRPr lang="en-US" altLang="en-CH" sz="2000" dirty="0">
              <a:latin typeface="Arial "/>
            </a:endParaRPr>
          </a:p>
          <a:p>
            <a:pPr lvl="1" algn="just">
              <a:spcAft>
                <a:spcPts val="600"/>
              </a:spcAft>
              <a:buSzPct val="50000"/>
            </a:pPr>
            <a:endParaRPr lang="sr-Latn-ME" altLang="en-CH" sz="2000" dirty="0">
              <a:latin typeface="Arial 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77687A1-3D06-BC03-BF79-E15E8CEA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5094002-660C-CE6F-36B5-0DE71C80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2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F610A6D5-8B8A-A577-DF81-D306112F9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7998B6D2-02DC-8DBD-BB97-6B16FC9E9A86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118118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4513-7BBD-281E-BC07-1E477EE49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C2352871-90E9-C224-D48C-5E4AC1A0F402}"/>
              </a:ext>
            </a:extLst>
          </p:cNvPr>
          <p:cNvSpPr txBox="1">
            <a:spLocks/>
          </p:cNvSpPr>
          <p:nvPr/>
        </p:nvSpPr>
        <p:spPr>
          <a:xfrm>
            <a:off x="1300162" y="234593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latin typeface="Franklin Gothic Demi Cond" panose="020B0706030402020204" pitchFamily="34" charset="0"/>
              </a:rPr>
              <a:t>1. Problem: </a:t>
            </a:r>
            <a:r>
              <a:rPr lang="en-US" sz="4400" b="1" dirty="0" err="1">
                <a:latin typeface="Franklin Gothic Demi Cond" panose="020B0706030402020204" pitchFamily="34" charset="0"/>
              </a:rPr>
              <a:t>izbor</a:t>
            </a:r>
            <a:r>
              <a:rPr lang="en-US" sz="4400" b="1" dirty="0">
                <a:latin typeface="Franklin Gothic Demi Cond" panose="020B0706030402020204" pitchFamily="34" charset="0"/>
              </a:rPr>
              <a:t> </a:t>
            </a:r>
            <a:r>
              <a:rPr lang="en-US" sz="4400" b="1" dirty="0" err="1">
                <a:latin typeface="Franklin Gothic Demi Cond" panose="020B0706030402020204" pitchFamily="34" charset="0"/>
              </a:rPr>
              <a:t>predmeta</a:t>
            </a:r>
            <a:r>
              <a:rPr lang="en-US" sz="4400" b="1" dirty="0">
                <a:latin typeface="Franklin Gothic Demi Cond" panose="020B0706030402020204" pitchFamily="34" charset="0"/>
              </a:rPr>
              <a:t> za </a:t>
            </a:r>
            <a:r>
              <a:rPr lang="en-US" sz="4400" b="1" dirty="0" err="1">
                <a:latin typeface="Franklin Gothic Demi Cond" panose="020B0706030402020204" pitchFamily="34" charset="0"/>
              </a:rPr>
              <a:t>ranac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07B8AA-3317-C93F-33A6-EB3DBF71B34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83178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r>
              <a:rPr lang="en-US" altLang="en-CH" sz="1800" dirty="0">
                <a:latin typeface="Arial "/>
              </a:rPr>
              <a:t>Problem </a:t>
            </a:r>
            <a:r>
              <a:rPr lang="en-US" altLang="en-CH" sz="1800" dirty="0" err="1">
                <a:latin typeface="Arial "/>
              </a:rPr>
              <a:t>ranca</a:t>
            </a:r>
            <a:r>
              <a:rPr lang="en-US" altLang="en-CH" sz="1800" dirty="0">
                <a:latin typeface="Arial "/>
              </a:rPr>
              <a:t> je problem </a:t>
            </a:r>
            <a:r>
              <a:rPr lang="en-US" altLang="en-CH" sz="1800" dirty="0" err="1">
                <a:latin typeface="Arial "/>
              </a:rPr>
              <a:t>optimizacije</a:t>
            </a:r>
            <a:r>
              <a:rPr lang="en-US" altLang="en-CH" sz="1800" dirty="0">
                <a:latin typeface="Arial "/>
              </a:rPr>
              <a:t> u </a:t>
            </a:r>
            <a:r>
              <a:rPr lang="en-US" altLang="en-CH" sz="1800" dirty="0" err="1">
                <a:latin typeface="Arial "/>
              </a:rPr>
              <a:t>kojem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biramo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predmete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tako</a:t>
            </a:r>
            <a:r>
              <a:rPr lang="en-US" altLang="en-CH" sz="1800" dirty="0">
                <a:latin typeface="Arial "/>
              </a:rPr>
              <a:t> da </a:t>
            </a:r>
            <a:r>
              <a:rPr lang="en-US" altLang="en-CH" sz="1800" dirty="0" err="1">
                <a:latin typeface="Arial "/>
              </a:rPr>
              <a:t>ostvarimo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najveću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moguću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ukupnu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vrednost</a:t>
            </a:r>
            <a:r>
              <a:rPr lang="en-US" altLang="en-CH" sz="1800" dirty="0">
                <a:latin typeface="Arial "/>
              </a:rPr>
              <a:t>, a da </a:t>
            </a:r>
            <a:r>
              <a:rPr lang="en-US" altLang="en-CH" sz="1800" dirty="0" err="1">
                <a:latin typeface="Arial "/>
              </a:rPr>
              <a:t>njihova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ukupna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težina</a:t>
            </a:r>
            <a:r>
              <a:rPr lang="en-US" altLang="en-CH" sz="1800" dirty="0">
                <a:latin typeface="Arial "/>
              </a:rPr>
              <a:t> ne </a:t>
            </a:r>
            <a:r>
              <a:rPr lang="en-US" altLang="en-CH" sz="1800" dirty="0" err="1">
                <a:latin typeface="Arial "/>
              </a:rPr>
              <a:t>premaši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kapacitet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ranca</a:t>
            </a:r>
            <a:r>
              <a:rPr lang="en-US" altLang="en-CH" sz="1800" dirty="0">
                <a:latin typeface="Arial "/>
              </a:rPr>
              <a:t>.</a:t>
            </a:r>
          </a:p>
          <a:p>
            <a:pPr algn="just">
              <a:buSzPct val="50000"/>
            </a:pPr>
            <a:r>
              <a:rPr lang="en-US" altLang="en-CH" sz="1800" dirty="0" err="1">
                <a:latin typeface="Arial "/>
              </a:rPr>
              <a:t>Svaki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predmet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ima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određenu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težinu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i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vrednost</a:t>
            </a:r>
            <a:r>
              <a:rPr lang="en-US" altLang="en-CH" sz="1800" dirty="0">
                <a:latin typeface="Arial "/>
              </a:rPr>
              <a:t>. </a:t>
            </a:r>
            <a:r>
              <a:rPr lang="en-US" altLang="en-CH" sz="1800" dirty="0" err="1">
                <a:latin typeface="Arial "/>
              </a:rPr>
              <a:t>Oznaka</a:t>
            </a:r>
            <a:r>
              <a:rPr lang="en-US" altLang="en-CH" sz="1800" dirty="0">
                <a:latin typeface="Arial "/>
              </a:rPr>
              <a:t> 0/1 </a:t>
            </a:r>
            <a:r>
              <a:rPr lang="en-US" altLang="en-CH" sz="1800" dirty="0" err="1">
                <a:latin typeface="Arial "/>
              </a:rPr>
              <a:t>znači</a:t>
            </a:r>
            <a:r>
              <a:rPr lang="en-US" altLang="en-CH" sz="1800" dirty="0">
                <a:latin typeface="Arial "/>
              </a:rPr>
              <a:t> da za </a:t>
            </a:r>
            <a:r>
              <a:rPr lang="en-US" altLang="en-CH" sz="1800" dirty="0" err="1">
                <a:latin typeface="Arial "/>
              </a:rPr>
              <a:t>svaki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predmet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postoje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dve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mogućnosti</a:t>
            </a:r>
            <a:r>
              <a:rPr lang="en-US" altLang="en-CH" sz="1800" dirty="0">
                <a:latin typeface="Arial "/>
              </a:rPr>
              <a:t>:</a:t>
            </a:r>
          </a:p>
          <a:p>
            <a:pPr lvl="1" algn="just">
              <a:buSzPct val="50000"/>
            </a:pPr>
            <a:r>
              <a:rPr lang="en-US" altLang="en-CH" sz="1600" dirty="0">
                <a:latin typeface="Arial "/>
              </a:rPr>
              <a:t>0 – </a:t>
            </a:r>
            <a:r>
              <a:rPr lang="en-US" altLang="en-CH" sz="1600" dirty="0" err="1">
                <a:latin typeface="Arial "/>
              </a:rPr>
              <a:t>predmet</a:t>
            </a:r>
            <a:r>
              <a:rPr lang="en-US" altLang="en-CH" sz="1600" dirty="0">
                <a:latin typeface="Arial "/>
              </a:rPr>
              <a:t> ne </a:t>
            </a:r>
            <a:r>
              <a:rPr lang="en-US" altLang="en-CH" sz="1600" dirty="0" err="1">
                <a:latin typeface="Arial "/>
              </a:rPr>
              <a:t>biramo</a:t>
            </a:r>
            <a:r>
              <a:rPr lang="en-US" altLang="en-CH" sz="1600" dirty="0">
                <a:latin typeface="Arial "/>
              </a:rPr>
              <a:t>;</a:t>
            </a:r>
          </a:p>
          <a:p>
            <a:pPr lvl="1" algn="just">
              <a:buSzPct val="50000"/>
            </a:pPr>
            <a:r>
              <a:rPr lang="en-US" altLang="en-CH" sz="1600" dirty="0">
                <a:latin typeface="Arial "/>
              </a:rPr>
              <a:t>1 – </a:t>
            </a:r>
            <a:r>
              <a:rPr lang="en-US" altLang="en-CH" sz="1600" dirty="0" err="1">
                <a:latin typeface="Arial "/>
              </a:rPr>
              <a:t>predmet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biramo</a:t>
            </a:r>
            <a:r>
              <a:rPr lang="en-US" altLang="en-CH" sz="1600" dirty="0">
                <a:latin typeface="Arial "/>
              </a:rPr>
              <a:t>. </a:t>
            </a:r>
          </a:p>
          <a:p>
            <a:pPr algn="just">
              <a:buSzPct val="50000"/>
            </a:pPr>
            <a:r>
              <a:rPr lang="en-US" altLang="en-CH" sz="1800" dirty="0" err="1">
                <a:latin typeface="Arial "/>
              </a:rPr>
              <a:t>Svaki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predmet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možemo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uzeti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najviše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jednom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i</a:t>
            </a:r>
            <a:r>
              <a:rPr lang="en-US" altLang="en-CH" sz="1800" dirty="0">
                <a:latin typeface="Arial "/>
              </a:rPr>
              <a:t> ne </a:t>
            </a:r>
            <a:r>
              <a:rPr lang="en-US" altLang="en-CH" sz="1800" dirty="0" err="1">
                <a:latin typeface="Arial "/>
              </a:rPr>
              <a:t>možemo</a:t>
            </a:r>
            <a:r>
              <a:rPr lang="en-US" altLang="en-CH" sz="1800" dirty="0">
                <a:latin typeface="Arial "/>
              </a:rPr>
              <a:t> ga </a:t>
            </a:r>
            <a:r>
              <a:rPr lang="en-US" altLang="en-CH" sz="1800" dirty="0" err="1">
                <a:latin typeface="Arial "/>
              </a:rPr>
              <a:t>deliti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na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manje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delove</a:t>
            </a:r>
            <a:r>
              <a:rPr lang="en-US" altLang="en-CH" sz="1800" dirty="0">
                <a:latin typeface="Arial "/>
              </a:rPr>
              <a:t>. </a:t>
            </a:r>
            <a:r>
              <a:rPr lang="en-US" altLang="en-CH" sz="1800" dirty="0" err="1">
                <a:latin typeface="Arial "/>
              </a:rPr>
              <a:t>Ranac</a:t>
            </a:r>
            <a:r>
              <a:rPr lang="en-US" altLang="en-CH" sz="1800" dirty="0">
                <a:latin typeface="Arial "/>
              </a:rPr>
              <a:t> ne mora </a:t>
            </a:r>
            <a:r>
              <a:rPr lang="en-US" altLang="en-CH" sz="1800" dirty="0" err="1">
                <a:latin typeface="Arial "/>
              </a:rPr>
              <a:t>biti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potpuno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popunjen</a:t>
            </a:r>
            <a:r>
              <a:rPr lang="en-US" altLang="en-CH" sz="1800" dirty="0">
                <a:latin typeface="Arial "/>
              </a:rPr>
              <a:t>, </a:t>
            </a:r>
            <a:r>
              <a:rPr lang="en-US" altLang="en-CH" sz="1800" dirty="0" err="1">
                <a:latin typeface="Arial "/>
              </a:rPr>
              <a:t>jer</a:t>
            </a:r>
            <a:r>
              <a:rPr lang="en-US" altLang="en-CH" sz="1800" dirty="0">
                <a:latin typeface="Arial "/>
              </a:rPr>
              <a:t> je </a:t>
            </a:r>
            <a:r>
              <a:rPr lang="en-US" altLang="en-CH" sz="1800" dirty="0" err="1">
                <a:latin typeface="Arial "/>
              </a:rPr>
              <a:t>cilj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najveća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ukupna</a:t>
            </a:r>
            <a:r>
              <a:rPr lang="en-US" altLang="en-CH" sz="1800" dirty="0">
                <a:latin typeface="Arial "/>
              </a:rPr>
              <a:t> </a:t>
            </a:r>
            <a:r>
              <a:rPr lang="en-US" altLang="en-CH" sz="1800" dirty="0" err="1">
                <a:latin typeface="Arial "/>
              </a:rPr>
              <a:t>vrednost</a:t>
            </a:r>
            <a:r>
              <a:rPr lang="en-US" altLang="en-CH" sz="1800" dirty="0">
                <a:latin typeface="Arial "/>
              </a:rPr>
              <a:t>.</a:t>
            </a:r>
          </a:p>
          <a:p>
            <a:pPr algn="just">
              <a:buSzPct val="50000"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Ulazne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podatke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čine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broj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težina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vrednost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svakog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maksimalni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kapacitet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ranca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Rezultat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najveća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ukupna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vrednost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koju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možemo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ostvariti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bez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prekoračenja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kapaciteta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Dodatno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možemo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odrediti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koji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predmeti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čine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optimalno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rešenje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SzPct val="50000"/>
            </a:pPr>
            <a:endParaRPr lang="en-US" altLang="en-CH" sz="2000" dirty="0">
              <a:latin typeface="Arial "/>
            </a:endParaRPr>
          </a:p>
          <a:p>
            <a:pPr algn="just">
              <a:buSzPct val="50000"/>
            </a:pPr>
            <a:endParaRPr lang="sr-Latn-ME" altLang="en-CH" sz="1600" b="1" dirty="0">
              <a:latin typeface="Arial "/>
            </a:endParaRPr>
          </a:p>
          <a:p>
            <a:pPr marL="457200" lvl="1" indent="0" algn="just">
              <a:buSzPct val="50000"/>
              <a:buNone/>
            </a:pPr>
            <a:br>
              <a:rPr lang="en-US" altLang="en-CH" sz="2400" i="1" dirty="0">
                <a:latin typeface="Arial "/>
              </a:rPr>
            </a:br>
            <a:endParaRPr lang="pl-PL" altLang="en-CH" sz="2000" i="1" dirty="0">
              <a:latin typeface="Arial 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4F03938-8877-7F15-F586-8620644E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CBEB0D66-09D2-F8F6-E00E-1944DDD40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38B4087-67CF-ED10-6766-7410BA99E153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DCFF8D-C107-BF3A-53BD-E3D6E890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87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5FF8-5326-023E-F34F-FE9981C7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9D0BDBB5-6D7D-09AA-E5B8-16218E2F8805}"/>
              </a:ext>
            </a:extLst>
          </p:cNvPr>
          <p:cNvSpPr txBox="1">
            <a:spLocks/>
          </p:cNvSpPr>
          <p:nvPr/>
        </p:nvSpPr>
        <p:spPr>
          <a:xfrm>
            <a:off x="1300162" y="234593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D64C57-BEBE-347E-20DE-2160F0A95CF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3012" y="1389921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r>
              <a:rPr lang="en-US" altLang="en-CH" sz="1800" dirty="0">
                <a:latin typeface="Arial "/>
              </a:rPr>
              <a:t>Primer</a:t>
            </a:r>
            <a:r>
              <a:rPr lang="sr-Latn-RS" altLang="en-CH" sz="1800" dirty="0">
                <a:latin typeface="Arial "/>
              </a:rPr>
              <a:t> za ranac kapaciteta 5kg.</a:t>
            </a:r>
          </a:p>
          <a:p>
            <a:pPr algn="just">
              <a:buSzPct val="50000"/>
            </a:pPr>
            <a:endParaRPr lang="sr-Latn-RS" altLang="en-CH" sz="1800" dirty="0">
              <a:latin typeface="Arial "/>
            </a:endParaRPr>
          </a:p>
          <a:p>
            <a:pPr algn="just">
              <a:buSzPct val="50000"/>
            </a:pPr>
            <a:endParaRPr lang="sr-Latn-RS" altLang="en-CH" sz="1800" dirty="0">
              <a:latin typeface="Arial "/>
            </a:endParaRPr>
          </a:p>
          <a:p>
            <a:pPr algn="just">
              <a:buSzPct val="50000"/>
            </a:pPr>
            <a:endParaRPr lang="sr-Latn-RS" altLang="en-CH" sz="1800" dirty="0">
              <a:latin typeface="Arial "/>
            </a:endParaRPr>
          </a:p>
          <a:p>
            <a:pPr algn="just">
              <a:buSzPct val="50000"/>
            </a:pPr>
            <a:endParaRPr lang="sr-Latn-RS" altLang="en-CH" sz="1800" dirty="0">
              <a:latin typeface="Arial "/>
            </a:endParaRPr>
          </a:p>
          <a:p>
            <a:pPr algn="just">
              <a:buSzPct val="50000"/>
            </a:pPr>
            <a:endParaRPr lang="sr-Latn-RS" altLang="en-CH" sz="1800" dirty="0">
              <a:latin typeface="Arial "/>
            </a:endParaRPr>
          </a:p>
          <a:p>
            <a:pPr algn="just">
              <a:buSzPct val="50000"/>
            </a:pPr>
            <a:endParaRPr lang="sr-Latn-RS" altLang="en-CH" sz="1800" dirty="0">
              <a:latin typeface="Arial "/>
            </a:endParaRPr>
          </a:p>
          <a:p>
            <a:pPr algn="just">
              <a:buSzPct val="50000"/>
            </a:pPr>
            <a:endParaRPr lang="sr-Latn-RS" altLang="en-CH" sz="1800" dirty="0">
              <a:latin typeface="Arial "/>
            </a:endParaRPr>
          </a:p>
          <a:p>
            <a:pPr algn="just">
              <a:buSzPct val="50000"/>
            </a:pPr>
            <a:r>
              <a:rPr lang="sr-Latn-RS" sz="1800" dirty="0">
                <a:latin typeface="Arial "/>
                <a:cs typeface="Arial" panose="020B0604020202020204" pitchFamily="34" charset="0"/>
              </a:rPr>
              <a:t>Očekivani izlaz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: </a:t>
            </a:r>
            <a:r>
              <a:rPr lang="en-US" sz="1800" dirty="0" err="1">
                <a:latin typeface="Arial "/>
                <a:cs typeface="Arial" panose="020B0604020202020204" pitchFamily="34" charset="0"/>
              </a:rPr>
              <a:t>Izabrani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 "/>
                <a:cs typeface="Arial" panose="020B0604020202020204" pitchFamily="34" charset="0"/>
              </a:rPr>
              <a:t>predmeti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 "/>
                <a:cs typeface="Arial" panose="020B0604020202020204" pitchFamily="34" charset="0"/>
              </a:rPr>
              <a:t>su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 A </a:t>
            </a:r>
            <a:r>
              <a:rPr lang="en-US" sz="1800" dirty="0" err="1">
                <a:latin typeface="Arial 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 B. </a:t>
            </a:r>
            <a:r>
              <a:rPr lang="en-US" sz="1800" dirty="0" err="1">
                <a:latin typeface="Arial "/>
                <a:cs typeface="Arial" panose="020B0604020202020204" pitchFamily="34" charset="0"/>
              </a:rPr>
              <a:t>Njihova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 "/>
                <a:cs typeface="Arial" panose="020B0604020202020204" pitchFamily="34" charset="0"/>
              </a:rPr>
              <a:t>ukupna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 "/>
                <a:cs typeface="Arial" panose="020B0604020202020204" pitchFamily="34" charset="0"/>
              </a:rPr>
              <a:t>te</a:t>
            </a:r>
            <a:r>
              <a:rPr lang="sr-Latn-RS" sz="1800" dirty="0">
                <a:latin typeface="Arial "/>
                <a:cs typeface="Arial" panose="020B0604020202020204" pitchFamily="34" charset="0"/>
              </a:rPr>
              <a:t>žina je 5kg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m</a:t>
            </a:r>
            <a:r>
              <a:rPr lang="sr-Latn-RS" sz="1800" dirty="0">
                <a:latin typeface="Arial "/>
                <a:cs typeface="Arial" panose="020B0604020202020204" pitchFamily="34" charset="0"/>
              </a:rPr>
              <a:t> a najveća ukupna vredno</a:t>
            </a:r>
            <a:r>
              <a:rPr lang="en-US" sz="1800" dirty="0">
                <a:latin typeface="Arial "/>
                <a:cs typeface="Arial" panose="020B0604020202020204" pitchFamily="34" charset="0"/>
              </a:rPr>
              <a:t>s</a:t>
            </a:r>
            <a:r>
              <a:rPr lang="sr-Latn-RS" sz="1800" dirty="0">
                <a:latin typeface="Arial "/>
                <a:cs typeface="Arial" panose="020B0604020202020204" pitchFamily="34" charset="0"/>
              </a:rPr>
              <a:t>t 16.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SzPct val="50000"/>
            </a:pPr>
            <a:endParaRPr lang="en-US" altLang="en-CH" sz="2000" dirty="0">
              <a:latin typeface="Arial "/>
            </a:endParaRPr>
          </a:p>
          <a:p>
            <a:pPr algn="just">
              <a:buSzPct val="50000"/>
            </a:pPr>
            <a:endParaRPr lang="sr-Latn-ME" altLang="en-CH" sz="1600" b="1" dirty="0">
              <a:latin typeface="Arial "/>
            </a:endParaRPr>
          </a:p>
          <a:p>
            <a:pPr marL="457200" lvl="1" indent="0" algn="just">
              <a:buSzPct val="50000"/>
              <a:buNone/>
            </a:pPr>
            <a:br>
              <a:rPr lang="en-US" altLang="en-CH" sz="2400" i="1" dirty="0">
                <a:latin typeface="Arial "/>
              </a:rPr>
            </a:br>
            <a:endParaRPr lang="pl-PL" altLang="en-CH" sz="2000" i="1" dirty="0">
              <a:latin typeface="Arial 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238AEC5-768C-7047-0898-C98BB7DF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4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CAC414AE-E698-8100-91EC-91B4B6CB7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FE0CCA4-529F-D7BB-C424-BF58C237FDCF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C6B41CC-3C90-CEAB-7477-07D3174EF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415C62-01DC-7674-D107-FEE9150A1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43777"/>
              </p:ext>
            </p:extLst>
          </p:nvPr>
        </p:nvGraphicFramePr>
        <p:xfrm>
          <a:off x="1689101" y="2125029"/>
          <a:ext cx="90741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716">
                  <a:extLst>
                    <a:ext uri="{9D8B030D-6E8A-4147-A177-3AD203B41FA5}">
                      <a16:colId xmlns:a16="http://schemas.microsoft.com/office/drawing/2014/main" val="444978760"/>
                    </a:ext>
                  </a:extLst>
                </a:gridCol>
                <a:gridCol w="3024716">
                  <a:extLst>
                    <a:ext uri="{9D8B030D-6E8A-4147-A177-3AD203B41FA5}">
                      <a16:colId xmlns:a16="http://schemas.microsoft.com/office/drawing/2014/main" val="3187771508"/>
                    </a:ext>
                  </a:extLst>
                </a:gridCol>
                <a:gridCol w="3024716">
                  <a:extLst>
                    <a:ext uri="{9D8B030D-6E8A-4147-A177-3AD203B41FA5}">
                      <a16:colId xmlns:a16="http://schemas.microsoft.com/office/drawing/2014/main" val="1675057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Predmet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Te</a:t>
                      </a:r>
                      <a:r>
                        <a:rPr lang="sr-Latn-RS" dirty="0"/>
                        <a:t>žina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Vrednost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73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2kg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990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3kg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362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4kg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684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61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6B47-28FB-3510-0C5A-312B3B36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A4987198-D113-530A-CAAE-B38479F88838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2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Motivacija i izbor algoritma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E3213C-A071-2B96-FDD0-9AA542DB713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83178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SzPct val="50000"/>
              <a:buNone/>
            </a:pPr>
            <a:endParaRPr lang="fr-CH" sz="2400" i="1" dirty="0">
              <a:solidFill>
                <a:srgbClr val="000000"/>
              </a:solidFill>
              <a:latin typeface="Arial"/>
            </a:endParaRPr>
          </a:p>
          <a:p>
            <a:pPr algn="just">
              <a:buSzPct val="50000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Jednostavan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pristup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ispitivanje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svih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mogućih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kombinacija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Pošto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svaki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predmet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možemo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izabrati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izostaviti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za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postoji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mogućih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kombinacija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Njihov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broj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brzo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raste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brojem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, što je glavno ograničenje ovog pristupa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/>
          </a:p>
          <a:p>
            <a:pPr algn="just">
              <a:buSzPct val="50000"/>
            </a:pPr>
            <a: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Dinamičko programiranje je je bolji izbor jer čuva i koristi rešenja manjih potproblema, odnosno izbegava ponavljanje istih računanja. Pronalazi optimalno rešenje uz vremensku složenost </a:t>
            </a:r>
            <a:r>
              <a:rPr 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O(nW), </a:t>
            </a:r>
            <a: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gdje je </a:t>
            </a:r>
            <a:r>
              <a:rPr 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broj predmeta, a </a:t>
            </a:r>
            <a:r>
              <a:rPr 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kapacitet ranca.</a:t>
            </a:r>
          </a:p>
          <a:p>
            <a:pPr algn="just">
              <a:buSzPct val="50000"/>
            </a:pP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Koristimo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kada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potrebno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optimalno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rešenje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težine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kapacitet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celobrojni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kapacitet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dovoljno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mali da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tabela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može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memoriju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popuniti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u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prihvatljivom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vremenu</a:t>
            </a:r>
            <a:r>
              <a:rPr lang="fr-CH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47AFAA1-CAF8-73B7-4692-84B7ACF0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5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51D82BEF-35E0-A305-2315-CB2DB726D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73EF9966-52CF-9615-ACA9-6E57968918C5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E2818F-D15B-1ED8-1D38-1207287E2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6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4410D-3369-060E-B4D3-56BCBFB4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AAD50D99-BA31-DFD8-9929-FCC418C4CE2B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3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Osnovna ideja algoritma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5C96B-E8B7-C7F1-1053-B05BAD2F5C1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57143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r>
              <a:rPr lang="sr-Latn-ME" altLang="en-CH" sz="2400" dirty="0">
                <a:latin typeface="Arial "/>
              </a:rPr>
              <a:t>Postepeno </a:t>
            </a:r>
            <a:r>
              <a:rPr lang="en-US" altLang="en-CH" sz="2400" dirty="0" err="1">
                <a:latin typeface="Arial "/>
              </a:rPr>
              <a:t>pravimo</a:t>
            </a:r>
            <a:r>
              <a:rPr lang="sr-Latn-ME" altLang="en-CH" sz="2400" dirty="0">
                <a:latin typeface="Arial "/>
              </a:rPr>
              <a:t> tabelu koja čuva najveću moguću vrednost za određeni broj </a:t>
            </a:r>
            <a:r>
              <a:rPr lang="en-US" altLang="en-CH" sz="2400" dirty="0" err="1">
                <a:latin typeface="Arial "/>
              </a:rPr>
              <a:t>odabranih</a:t>
            </a:r>
            <a:r>
              <a:rPr lang="sr-Latn-ME" altLang="en-CH" sz="2400" dirty="0">
                <a:latin typeface="Arial "/>
              </a:rPr>
              <a:t> predmeta i određeni kapacitet ranca.</a:t>
            </a:r>
            <a:endParaRPr lang="en-US" altLang="en-CH" sz="2400" dirty="0">
              <a:latin typeface="Arial "/>
            </a:endParaRPr>
          </a:p>
          <a:p>
            <a:pPr lvl="1" algn="just">
              <a:buSzPct val="50000"/>
            </a:pPr>
            <a:r>
              <a:rPr lang="en-US" altLang="en-CH" sz="2000" dirty="0">
                <a:latin typeface="Arial "/>
              </a:rPr>
              <a:t>r</a:t>
            </a:r>
            <a:r>
              <a:rPr lang="sr-Latn-ME" altLang="en-CH" sz="2000" dirty="0">
                <a:latin typeface="Arial "/>
              </a:rPr>
              <a:t>edovi predstavljaju broj </a:t>
            </a:r>
            <a:r>
              <a:rPr lang="en-US" altLang="en-CH" sz="2000" dirty="0" err="1">
                <a:latin typeface="Arial "/>
              </a:rPr>
              <a:t>odabranih</a:t>
            </a:r>
            <a:r>
              <a:rPr lang="sr-Latn-ME" altLang="en-CH" sz="2000" dirty="0">
                <a:latin typeface="Arial "/>
              </a:rPr>
              <a:t> predmeta, a kolone kapacitete od 0 do </a:t>
            </a:r>
            <a:r>
              <a:rPr lang="en-US" altLang="en-CH" sz="2000" i="1" dirty="0">
                <a:latin typeface="Arial "/>
              </a:rPr>
              <a:t>W</a:t>
            </a:r>
            <a:r>
              <a:rPr lang="en-US" altLang="en-CH" sz="2000" dirty="0">
                <a:latin typeface="Arial "/>
              </a:rPr>
              <a:t>;</a:t>
            </a:r>
          </a:p>
          <a:p>
            <a:pPr lvl="1" algn="just">
              <a:buSzPct val="50000"/>
            </a:pPr>
            <a:r>
              <a:rPr lang="en-US" altLang="en-CH" sz="2000" dirty="0">
                <a:latin typeface="Arial "/>
              </a:rPr>
              <a:t>a</a:t>
            </a:r>
            <a:r>
              <a:rPr lang="sr-Latn-ME" altLang="en-CH" sz="2000" dirty="0">
                <a:latin typeface="Arial "/>
              </a:rPr>
              <a:t>ko nemamo predmete ili je kapacitet 0, najveća vrednost je 0</a:t>
            </a:r>
            <a:r>
              <a:rPr lang="en-US" altLang="en-CH" sz="2000" dirty="0">
                <a:latin typeface="Arial "/>
              </a:rPr>
              <a:t>;</a:t>
            </a:r>
          </a:p>
          <a:p>
            <a:pPr lvl="1" algn="just">
              <a:buSzPct val="50000"/>
            </a:pPr>
            <a:r>
              <a:rPr lang="en-US" altLang="en-CH" sz="2000" dirty="0">
                <a:latin typeface="Arial "/>
              </a:rPr>
              <a:t>z</a:t>
            </a:r>
            <a:r>
              <a:rPr lang="sr-Latn-ME" altLang="en-CH" sz="2000" dirty="0">
                <a:latin typeface="Arial "/>
              </a:rPr>
              <a:t>a svaki predmet i svaki kapacitet razmatramo dve mogućnosti:</a:t>
            </a:r>
            <a:endParaRPr lang="en-US" altLang="en-CH" sz="2000" dirty="0">
              <a:latin typeface="Arial "/>
            </a:endParaRPr>
          </a:p>
          <a:p>
            <a:pPr marL="914400" lvl="2" indent="0" algn="just">
              <a:buSzPct val="50000"/>
              <a:buNone/>
            </a:pPr>
            <a:r>
              <a:rPr lang="en-US" altLang="en-CH" sz="1600" dirty="0">
                <a:latin typeface="Arial "/>
              </a:rPr>
              <a:t>1) ne </a:t>
            </a:r>
            <a:r>
              <a:rPr lang="en-US" altLang="en-CH" sz="1600" dirty="0" err="1">
                <a:latin typeface="Arial "/>
              </a:rPr>
              <a:t>uzimamo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predmet</a:t>
            </a:r>
            <a:r>
              <a:rPr lang="en-US" altLang="en-CH" sz="1600" dirty="0">
                <a:latin typeface="Arial "/>
              </a:rPr>
              <a:t>: </a:t>
            </a:r>
            <a:r>
              <a:rPr lang="en-US" altLang="en-CH" sz="1600" dirty="0" err="1">
                <a:latin typeface="Arial "/>
              </a:rPr>
              <a:t>preuzimamo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najbolju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vrednost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iz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prethodnog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reda</a:t>
            </a:r>
            <a:r>
              <a:rPr lang="en-US" altLang="en-CH" sz="1600" dirty="0">
                <a:latin typeface="Arial "/>
              </a:rPr>
              <a:t> za </a:t>
            </a:r>
            <a:r>
              <a:rPr lang="en-US" altLang="en-CH" sz="1600" dirty="0" err="1">
                <a:latin typeface="Arial "/>
              </a:rPr>
              <a:t>isti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kapacitet</a:t>
            </a:r>
            <a:endParaRPr lang="en-US" altLang="en-CH" sz="1600" dirty="0">
              <a:latin typeface="Arial "/>
            </a:endParaRPr>
          </a:p>
          <a:p>
            <a:pPr marL="914400" lvl="2" indent="0" algn="just">
              <a:buSzPct val="50000"/>
              <a:buNone/>
            </a:pPr>
            <a:r>
              <a:rPr lang="en-US" altLang="en-CH" sz="1600" dirty="0" err="1">
                <a:latin typeface="Arial "/>
              </a:rPr>
              <a:t>ili</a:t>
            </a:r>
            <a:endParaRPr lang="en-US" altLang="en-CH" sz="1600" dirty="0">
              <a:latin typeface="Arial "/>
            </a:endParaRPr>
          </a:p>
          <a:p>
            <a:pPr marL="914400" lvl="2" indent="0" algn="just">
              <a:buSzPct val="50000"/>
              <a:buNone/>
            </a:pPr>
            <a:r>
              <a:rPr lang="en-US" altLang="en-CH" sz="1600" dirty="0">
                <a:latin typeface="Arial "/>
              </a:rPr>
              <a:t>2) </a:t>
            </a:r>
            <a:r>
              <a:rPr lang="en-US" altLang="en-CH" sz="1600" dirty="0" err="1">
                <a:latin typeface="Arial "/>
              </a:rPr>
              <a:t>uzimamo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predmet</a:t>
            </a:r>
            <a:r>
              <a:rPr lang="en-US" altLang="en-CH" sz="1600" dirty="0">
                <a:latin typeface="Arial "/>
              </a:rPr>
              <a:t>: </a:t>
            </a:r>
            <a:r>
              <a:rPr lang="en-US" altLang="en-CH" sz="1600" dirty="0" err="1">
                <a:latin typeface="Arial "/>
              </a:rPr>
              <a:t>njegovoj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vredfnsoti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dodajemo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najbolju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vrednost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iz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prethodnog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reda</a:t>
            </a:r>
            <a:r>
              <a:rPr lang="en-US" altLang="en-CH" sz="1600" dirty="0">
                <a:latin typeface="Arial "/>
              </a:rPr>
              <a:t> za </a:t>
            </a:r>
            <a:r>
              <a:rPr lang="en-US" altLang="en-CH" sz="1600" dirty="0" err="1">
                <a:latin typeface="Arial "/>
              </a:rPr>
              <a:t>preostali</a:t>
            </a:r>
            <a:r>
              <a:rPr lang="en-US" altLang="en-CH" sz="1600" dirty="0">
                <a:latin typeface="Arial "/>
              </a:rPr>
              <a:t> </a:t>
            </a:r>
            <a:r>
              <a:rPr lang="en-US" altLang="en-CH" sz="1600" dirty="0" err="1">
                <a:latin typeface="Arial "/>
              </a:rPr>
              <a:t>kapacitet</a:t>
            </a:r>
            <a:r>
              <a:rPr lang="en-US" altLang="en-CH" sz="1600" dirty="0">
                <a:latin typeface="Arial "/>
              </a:rPr>
              <a:t>.</a:t>
            </a:r>
            <a:endParaRPr lang="sr-Latn-ME" altLang="en-CH" sz="1600" dirty="0">
              <a:latin typeface="Arial "/>
            </a:endParaRPr>
          </a:p>
          <a:p>
            <a:pPr lvl="1" algn="just">
              <a:buSzPct val="50000"/>
            </a:pPr>
            <a:r>
              <a:rPr lang="en-US" altLang="en-CH" sz="2000" dirty="0">
                <a:latin typeface="Arial "/>
              </a:rPr>
              <a:t>u </a:t>
            </a:r>
            <a:r>
              <a:rPr lang="en-US" altLang="en-CH" sz="2000" dirty="0" err="1">
                <a:latin typeface="Arial "/>
              </a:rPr>
              <a:t>tabelu</a:t>
            </a:r>
            <a:r>
              <a:rPr lang="en-US" altLang="en-CH" sz="2000" dirty="0">
                <a:latin typeface="Arial "/>
              </a:rPr>
              <a:t> se </a:t>
            </a:r>
            <a:r>
              <a:rPr lang="en-US" altLang="en-CH" sz="2000" dirty="0" err="1">
                <a:latin typeface="Arial "/>
              </a:rPr>
              <a:t>upisuje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jedna</a:t>
            </a:r>
            <a:r>
              <a:rPr lang="en-US" altLang="en-CH" sz="2000" dirty="0">
                <a:latin typeface="Arial "/>
              </a:rPr>
              <a:t> od </a:t>
            </a:r>
            <a:r>
              <a:rPr lang="en-US" altLang="en-CH" sz="2000" dirty="0" err="1">
                <a:latin typeface="Arial "/>
              </a:rPr>
              <a:t>te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dve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vrednosti</a:t>
            </a:r>
            <a:r>
              <a:rPr lang="en-US" altLang="en-CH" sz="2000" dirty="0">
                <a:latin typeface="Arial "/>
              </a:rPr>
              <a:t>, </a:t>
            </a:r>
            <a:r>
              <a:rPr lang="en-US" altLang="en-CH" sz="2000" dirty="0" err="1">
                <a:latin typeface="Arial "/>
              </a:rPr>
              <a:t>ako</a:t>
            </a:r>
            <a:r>
              <a:rPr lang="en-US" altLang="en-CH" sz="2000" dirty="0">
                <a:latin typeface="Arial "/>
              </a:rPr>
              <a:t> je </a:t>
            </a:r>
            <a:r>
              <a:rPr lang="en-US" altLang="en-CH" sz="2000" dirty="0" err="1">
                <a:latin typeface="Arial "/>
              </a:rPr>
              <a:t>predemet</a:t>
            </a:r>
            <a:r>
              <a:rPr lang="en-US" altLang="en-CH" sz="2000" dirty="0">
                <a:latin typeface="Arial "/>
              </a:rPr>
              <a:t> </a:t>
            </a:r>
            <a:r>
              <a:rPr lang="en-US" altLang="en-CH" sz="2000" dirty="0" err="1">
                <a:latin typeface="Arial "/>
              </a:rPr>
              <a:t>prete</a:t>
            </a:r>
            <a:r>
              <a:rPr lang="sr-Latn-RS" altLang="en-CH" sz="2000" dirty="0">
                <a:latin typeface="Arial "/>
              </a:rPr>
              <a:t>žak uzimamo rezultat iz prethodnog reda.</a:t>
            </a:r>
          </a:p>
          <a:p>
            <a:pPr algn="just">
              <a:buSzPct val="50000"/>
            </a:pPr>
            <a:r>
              <a:rPr lang="sr-Latn-RS" altLang="en-CH" sz="2400" dirty="0">
                <a:latin typeface="Arial "/>
              </a:rPr>
              <a:t>Kada popunimo tabelu polje u poslednjem redu i koloni W sadrži najveću ukupnu vrednost za celi ranac.</a:t>
            </a:r>
            <a:endParaRPr lang="sr-Latn-ME" altLang="en-CH" sz="2800" dirty="0">
              <a:latin typeface="Arial 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117A35-3B07-AF0F-705A-B22BB6E6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6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728501C3-4520-0B83-C7E3-675329430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DA2D5AD-01E4-B6C2-006F-A80A0FB2C289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E1B75C-D323-A3A9-A0F7-F5A4131B0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93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26BCB1-C766-630E-A0EE-7229D011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3063077-0E68-93F6-72E2-7A3089B0ED7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57143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endParaRPr lang="sr-Latn-ME" altLang="en-CH" sz="2800" dirty="0">
              <a:latin typeface="Arial 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5D8EC51-7642-0520-2BF8-6F658B4E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7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E6EE53A4-3C5E-B075-4737-14514172E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2A3C66F-D8E6-6AE9-EB53-9DB644377B96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93E5336-422D-D581-C42D-3D2A9D8C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2196D2-E2A6-8AF3-F69E-DA7CFBB9027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501650"/>
            <a:ext cx="3983038" cy="378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r>
              <a:rPr lang="en-US" altLang="en-CH" sz="2400" dirty="0" err="1">
                <a:latin typeface="Arial "/>
              </a:rPr>
              <a:t>Tabela</a:t>
            </a:r>
            <a:r>
              <a:rPr lang="en-US" altLang="en-CH" sz="2400" dirty="0">
                <a:latin typeface="Arial "/>
              </a:rPr>
              <a:t> pre </a:t>
            </a:r>
            <a:r>
              <a:rPr lang="en-US" altLang="en-CH" sz="2400" dirty="0" err="1">
                <a:latin typeface="Arial "/>
              </a:rPr>
              <a:t>popunjavanja</a:t>
            </a:r>
            <a:r>
              <a:rPr lang="en-US" altLang="en-CH" sz="2400" dirty="0">
                <a:latin typeface="Arial "/>
              </a:rPr>
              <a:t>:</a:t>
            </a:r>
            <a:endParaRPr lang="sr-Latn-ME" altLang="en-CH" sz="2800" dirty="0">
              <a:latin typeface="Arial 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CEB259-66B2-CBAB-66B8-D053948E17F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999162" y="501650"/>
            <a:ext cx="3983038" cy="378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r>
              <a:rPr lang="en-US" altLang="en-CH" sz="2400" dirty="0" err="1">
                <a:latin typeface="Arial "/>
              </a:rPr>
              <a:t>Nakon</a:t>
            </a:r>
            <a:r>
              <a:rPr lang="en-US" altLang="en-CH" sz="2400" dirty="0">
                <a:latin typeface="Arial "/>
              </a:rPr>
              <a:t> </a:t>
            </a:r>
            <a:r>
              <a:rPr lang="en-US" altLang="en-CH" sz="2400" dirty="0" err="1">
                <a:latin typeface="Arial "/>
              </a:rPr>
              <a:t>popunjavanja</a:t>
            </a:r>
            <a:endParaRPr lang="sr-Latn-ME" altLang="en-CH" sz="2800" dirty="0">
              <a:latin typeface="Arial 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650FA3-A6FC-EC02-5B2C-0BD04CA3FF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10209" y="4908550"/>
            <a:ext cx="3983038" cy="378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r>
              <a:rPr lang="en-US" altLang="en-CH" sz="2400" dirty="0">
                <a:latin typeface="Arial "/>
              </a:rPr>
              <a:t>Formula:</a:t>
            </a:r>
          </a:p>
          <a:p>
            <a:pPr algn="just">
              <a:buSzPct val="50000"/>
            </a:pPr>
            <a:endParaRPr lang="sr-Latn-ME" altLang="en-CH" sz="2800" dirty="0">
              <a:latin typeface="Arial 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F616159-2E7D-5F50-AACE-2F6EDCF0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66" y="1352748"/>
            <a:ext cx="4620123" cy="25768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F4F3B4C-B0B9-B774-DFB7-C3351026C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85" y="1352748"/>
            <a:ext cx="4493597" cy="25268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E38CEF-3009-15BB-A437-C1147EB96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284" y="4961272"/>
            <a:ext cx="4267925" cy="37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50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6BDED-D8E0-DBA8-FA7F-AC3C229F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6B38ABC-A591-E3BD-3708-D2274C5C8B02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4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Pseudokod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85A8C-6726-714D-9BA9-286C35868AE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83178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SzPct val="50000"/>
            </a:pPr>
            <a:r>
              <a:rPr lang="sr-Latn-ME" altLang="en-CH" sz="2400" dirty="0">
                <a:latin typeface="Arial "/>
              </a:rPr>
              <a:t>RANAC (te</a:t>
            </a:r>
            <a:r>
              <a:rPr lang="sr-Latn-RS" altLang="en-CH" sz="2400" dirty="0">
                <a:latin typeface="Arial "/>
              </a:rPr>
              <a:t>ž</a:t>
            </a:r>
            <a:r>
              <a:rPr lang="sr-Latn-ME" altLang="en-CH" sz="2400" dirty="0">
                <a:latin typeface="Arial "/>
              </a:rPr>
              <a:t>ine, vrednosti, n, W)</a:t>
            </a:r>
          </a:p>
          <a:p>
            <a:pPr algn="just">
              <a:buSzPct val="50000"/>
            </a:pPr>
            <a:endParaRPr lang="sr-Latn-ME" altLang="en-CH" sz="2400" dirty="0">
              <a:latin typeface="Arial "/>
            </a:endParaRPr>
          </a:p>
          <a:p>
            <a:pPr marL="0" indent="0" algn="just">
              <a:buSzPct val="50000"/>
              <a:buNone/>
            </a:pPr>
            <a:r>
              <a:rPr lang="sr-Latn-RS" altLang="en-CH" sz="2400" dirty="0">
                <a:solidFill>
                  <a:schemeClr val="accent1"/>
                </a:solidFill>
                <a:latin typeface="Arial "/>
              </a:rPr>
              <a:t>1.</a:t>
            </a:r>
            <a:r>
              <a:rPr lang="sr-Latn-ME" altLang="en-CH" sz="2400" dirty="0">
                <a:solidFill>
                  <a:schemeClr val="accent1"/>
                </a:solidFill>
                <a:latin typeface="Arial "/>
              </a:rPr>
              <a:t> </a:t>
            </a:r>
            <a:r>
              <a:rPr lang="sr-Latn-ME" altLang="en-CH" sz="2400" dirty="0">
                <a:latin typeface="Arial "/>
              </a:rPr>
              <a:t>Napravi tabelu DP[0..n][0..W] i popuni je nulama.</a:t>
            </a:r>
          </a:p>
          <a:p>
            <a:pPr marL="0" indent="0" algn="just">
              <a:buSzPct val="50000"/>
              <a:buNone/>
            </a:pPr>
            <a:r>
              <a:rPr lang="sr-Latn-ME" altLang="en-CH" sz="2400" dirty="0">
                <a:solidFill>
                  <a:schemeClr val="accent1"/>
                </a:solidFill>
                <a:latin typeface="Arial "/>
              </a:rPr>
              <a:t>2. </a:t>
            </a:r>
            <a:r>
              <a:rPr lang="sr-Latn-ME" altLang="en-CH" sz="2400" dirty="0">
                <a:latin typeface="Arial "/>
              </a:rPr>
              <a:t>Za svaki predmet i od 1 do n:</a:t>
            </a:r>
          </a:p>
          <a:p>
            <a:pPr marL="457200" lvl="1" indent="0" algn="just">
              <a:buSzPct val="50000"/>
              <a:buNone/>
            </a:pPr>
            <a:r>
              <a:rPr lang="sr-Latn-ME" altLang="en-CH" sz="2000" dirty="0">
                <a:solidFill>
                  <a:schemeClr val="accent1"/>
                </a:solidFill>
                <a:latin typeface="Arial "/>
              </a:rPr>
              <a:t>3.</a:t>
            </a:r>
            <a:r>
              <a:rPr lang="sr-Latn-ME" altLang="en-CH" sz="2000" dirty="0">
                <a:latin typeface="Arial "/>
              </a:rPr>
              <a:t> Za svaki kapacitet k od 1 do W:</a:t>
            </a:r>
          </a:p>
          <a:p>
            <a:pPr marL="457200" lvl="1" indent="0" algn="just">
              <a:buSzPct val="50000"/>
              <a:buNone/>
            </a:pPr>
            <a:r>
              <a:rPr lang="sr-Latn-ME" altLang="en-CH" sz="2000" dirty="0">
                <a:latin typeface="Arial "/>
              </a:rPr>
              <a:t>	</a:t>
            </a:r>
            <a:r>
              <a:rPr lang="sr-Latn-ME" altLang="en-CH" sz="2000" dirty="0">
                <a:solidFill>
                  <a:schemeClr val="accent1"/>
                </a:solidFill>
                <a:latin typeface="Arial "/>
              </a:rPr>
              <a:t>4.  </a:t>
            </a:r>
            <a:r>
              <a:rPr lang="sr-Latn-ME" altLang="en-CH" sz="2000" dirty="0">
                <a:latin typeface="Arial "/>
              </a:rPr>
              <a:t>Ako težine[i] &gt; k:</a:t>
            </a:r>
            <a:endParaRPr lang="en-US" altLang="en-CH" sz="2000" dirty="0">
              <a:latin typeface="Arial "/>
            </a:endParaRPr>
          </a:p>
          <a:p>
            <a:pPr marL="914400" lvl="2" indent="0" algn="just">
              <a:buSzPct val="50000"/>
              <a:buNone/>
            </a:pPr>
            <a:r>
              <a:rPr lang="en-US" altLang="en-CH" sz="1600" dirty="0">
                <a:solidFill>
                  <a:schemeClr val="accent1"/>
                </a:solidFill>
                <a:latin typeface="Arial "/>
              </a:rPr>
              <a:t>	</a:t>
            </a:r>
            <a:r>
              <a:rPr lang="sr-Latn-ME" altLang="en-CH" sz="1800" dirty="0">
                <a:solidFill>
                  <a:schemeClr val="accent1"/>
                </a:solidFill>
                <a:latin typeface="Arial "/>
              </a:rPr>
              <a:t>5. </a:t>
            </a:r>
            <a:r>
              <a:rPr lang="sr-Latn-ME" altLang="en-CH" sz="1800" dirty="0">
                <a:latin typeface="Arial "/>
              </a:rPr>
              <a:t>DP[i][k] = DP[i-1][k]6.</a:t>
            </a:r>
            <a:endParaRPr lang="en-US" altLang="en-CH" sz="1800" dirty="0">
              <a:latin typeface="Arial "/>
            </a:endParaRPr>
          </a:p>
          <a:p>
            <a:pPr marL="914400" lvl="2" indent="0" algn="just">
              <a:buSzPct val="50000"/>
              <a:buNone/>
            </a:pPr>
            <a:r>
              <a:rPr lang="en-US" altLang="en-CH" sz="1600" dirty="0">
                <a:solidFill>
                  <a:schemeClr val="accent1"/>
                </a:solidFill>
                <a:latin typeface="Arial "/>
              </a:rPr>
              <a:t>6. </a:t>
            </a:r>
            <a:r>
              <a:rPr lang="sr-Latn-ME" altLang="en-CH" sz="2000" dirty="0">
                <a:latin typeface="Arial "/>
              </a:rPr>
              <a:t>Inače:</a:t>
            </a:r>
            <a:endParaRPr lang="en-US" altLang="en-CH" sz="2000" dirty="0">
              <a:latin typeface="Arial "/>
            </a:endParaRPr>
          </a:p>
          <a:p>
            <a:pPr marL="914400" lvl="2" indent="0" algn="just">
              <a:buSzPct val="50000"/>
              <a:buNone/>
            </a:pPr>
            <a:r>
              <a:rPr lang="en-US" altLang="en-CH" sz="1600" dirty="0">
                <a:latin typeface="Arial "/>
              </a:rPr>
              <a:t>	</a:t>
            </a:r>
            <a:r>
              <a:rPr lang="sr-Latn-ME" altLang="en-CH" sz="1800" dirty="0">
                <a:solidFill>
                  <a:schemeClr val="accent1"/>
                </a:solidFill>
                <a:latin typeface="Arial "/>
              </a:rPr>
              <a:t>7</a:t>
            </a:r>
            <a:r>
              <a:rPr lang="sr-Latn-ME" altLang="en-CH" sz="1800" dirty="0">
                <a:latin typeface="Arial "/>
              </a:rPr>
              <a:t>.</a:t>
            </a:r>
            <a:r>
              <a:rPr lang="en-US" altLang="en-CH" sz="1800" dirty="0">
                <a:latin typeface="Arial "/>
              </a:rPr>
              <a:t> </a:t>
            </a:r>
            <a:r>
              <a:rPr lang="sr-Latn-ME" altLang="en-CH" sz="1800" dirty="0">
                <a:latin typeface="Arial "/>
              </a:rPr>
              <a:t>bez_predmeta = DP[i-1][k]</a:t>
            </a:r>
            <a:endParaRPr lang="en-US" altLang="en-CH" sz="1800" dirty="0">
              <a:latin typeface="Arial "/>
            </a:endParaRPr>
          </a:p>
          <a:p>
            <a:pPr marL="914400" lvl="2" indent="0" algn="just">
              <a:buSzPct val="50000"/>
              <a:buNone/>
            </a:pPr>
            <a:r>
              <a:rPr lang="en-US" altLang="en-CH" sz="1600" dirty="0">
                <a:latin typeface="Arial "/>
              </a:rPr>
              <a:t>	</a:t>
            </a:r>
            <a:r>
              <a:rPr lang="sr-Latn-ME" altLang="en-CH" sz="1800" dirty="0">
                <a:solidFill>
                  <a:schemeClr val="accent1"/>
                </a:solidFill>
                <a:latin typeface="Arial "/>
              </a:rPr>
              <a:t>8.</a:t>
            </a:r>
            <a:r>
              <a:rPr lang="en-US" altLang="en-CH" sz="1800" dirty="0">
                <a:solidFill>
                  <a:schemeClr val="accent1"/>
                </a:solidFill>
                <a:latin typeface="Arial "/>
              </a:rPr>
              <a:t> </a:t>
            </a:r>
            <a:r>
              <a:rPr lang="sr-Latn-ME" altLang="en-CH" sz="1800" dirty="0">
                <a:latin typeface="Arial "/>
              </a:rPr>
              <a:t>sa_predmetom = vrijednosti[i] + DP[i-1][k - tezine[i]]</a:t>
            </a:r>
            <a:endParaRPr lang="en-US" altLang="en-CH" sz="1600" dirty="0">
              <a:latin typeface="Arial "/>
            </a:endParaRPr>
          </a:p>
          <a:p>
            <a:pPr marL="914400" lvl="2" indent="0" algn="just">
              <a:buSzPct val="50000"/>
              <a:buNone/>
            </a:pPr>
            <a:r>
              <a:rPr lang="en-US" altLang="en-CH" sz="1600" dirty="0">
                <a:solidFill>
                  <a:schemeClr val="accent1"/>
                </a:solidFill>
                <a:latin typeface="Arial "/>
              </a:rPr>
              <a:t>	9.</a:t>
            </a:r>
            <a:r>
              <a:rPr lang="sr-Latn-ME" altLang="en-CH" sz="1600" dirty="0">
                <a:solidFill>
                  <a:schemeClr val="accent1"/>
                </a:solidFill>
                <a:latin typeface="Arial "/>
              </a:rPr>
              <a:t> </a:t>
            </a:r>
            <a:r>
              <a:rPr lang="sr-Latn-ME" altLang="en-CH" sz="1600" dirty="0">
                <a:latin typeface="Arial "/>
              </a:rPr>
              <a:t>VDP[i][k] = max(bez_predmeta, sa_predmetom)</a:t>
            </a:r>
            <a:endParaRPr lang="en-US" altLang="en-CH" sz="1600" dirty="0">
              <a:latin typeface="Arial "/>
            </a:endParaRPr>
          </a:p>
          <a:p>
            <a:pPr marL="114300" indent="0" algn="just">
              <a:buSzPct val="50000"/>
              <a:buNone/>
            </a:pPr>
            <a:r>
              <a:rPr lang="en-US" altLang="en-CH" sz="2400" dirty="0">
                <a:solidFill>
                  <a:schemeClr val="accent1"/>
                </a:solidFill>
                <a:latin typeface="Arial "/>
              </a:rPr>
              <a:t>10. </a:t>
            </a:r>
            <a:r>
              <a:rPr lang="en-US" altLang="en-CH" sz="2400" dirty="0">
                <a:latin typeface="Arial "/>
              </a:rPr>
              <a:t>V</a:t>
            </a:r>
            <a:r>
              <a:rPr lang="sr-Latn-ME" altLang="en-CH" sz="2400" dirty="0">
                <a:latin typeface="Arial "/>
              </a:rPr>
              <a:t>rati DP[n][W]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EC680F-4593-C190-D7B8-81218A9F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DE4DDD9C-CD32-6038-D493-A1A6B95B0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8803D6A-588A-F33A-F0B1-66C2B5D9C068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4F9EDC-BA98-1466-A285-0EE592FC1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180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7495-EBE9-0090-A714-4AEA2104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385BA894-20DF-DD63-7AC1-009311494D91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5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Rešen primer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700452-270C-05B8-E815-0F18B140E5E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83178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SzPct val="50000"/>
              <a:buNone/>
            </a:pPr>
            <a:endParaRPr lang="sr-Latn-ME" altLang="en-CH" sz="2400" dirty="0">
              <a:latin typeface="Arial 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7A2633-2D78-C5B5-6C86-A7B1D5C8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9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8A5D6E88-7D13-CEBC-30F5-AC602A7D0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E053954-A9B5-F47D-3DEC-F9119B6E0F6C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4BE25EF-7FA0-7C16-4D4B-B80FC624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B19F65-ABB3-374E-ED9F-42371F743DB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38198" y="3703921"/>
            <a:ext cx="10170322" cy="2823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None/>
            </a:pPr>
            <a:r>
              <a:rPr lang="en-US" sz="1400" b="1" dirty="0"/>
              <a:t>1. </a:t>
            </a:r>
            <a:r>
              <a:rPr lang="en-US" sz="1400" b="1" dirty="0" err="1"/>
              <a:t>Razmatramo</a:t>
            </a:r>
            <a:r>
              <a:rPr lang="en-US" sz="1400" b="1" dirty="0"/>
              <a:t> </a:t>
            </a:r>
            <a:r>
              <a:rPr lang="en-US" sz="1400" b="1" dirty="0" err="1"/>
              <a:t>predmet</a:t>
            </a:r>
            <a:r>
              <a:rPr lang="en-US" sz="1400" b="1" dirty="0"/>
              <a:t> A: </a:t>
            </a:r>
            <a:r>
              <a:rPr lang="en-US" sz="1400" b="1" dirty="0" err="1"/>
              <a:t>težina</a:t>
            </a:r>
            <a:r>
              <a:rPr lang="en-US" sz="1400" b="1" dirty="0"/>
              <a:t> 2 kg, </a:t>
            </a:r>
            <a:r>
              <a:rPr lang="en-US" sz="1400" b="1" dirty="0" err="1"/>
              <a:t>vrednost</a:t>
            </a:r>
            <a:r>
              <a:rPr lang="en-US" sz="1400" b="1" dirty="0"/>
              <a:t> 6</a:t>
            </a:r>
            <a:endParaRPr lang="en-US" sz="1400" dirty="0"/>
          </a:p>
          <a:p>
            <a:pPr>
              <a:buSzPct val="50000"/>
            </a:pPr>
            <a:r>
              <a:rPr lang="en-US" sz="1400" dirty="0"/>
              <a:t>Za </a:t>
            </a:r>
            <a:r>
              <a:rPr lang="en-US" sz="1400" dirty="0" err="1"/>
              <a:t>kapacitete</a:t>
            </a:r>
            <a:r>
              <a:rPr lang="en-US" sz="1400" dirty="0"/>
              <a:t> 0 </a:t>
            </a:r>
            <a:r>
              <a:rPr lang="en-US" sz="1400" dirty="0" err="1"/>
              <a:t>i</a:t>
            </a:r>
            <a:r>
              <a:rPr lang="en-US" sz="1400" dirty="0"/>
              <a:t> 1 </a:t>
            </a:r>
            <a:r>
              <a:rPr lang="en-US" sz="1400" dirty="0" err="1"/>
              <a:t>predmet</a:t>
            </a:r>
            <a:r>
              <a:rPr lang="en-US" sz="1400" dirty="0"/>
              <a:t> ne </a:t>
            </a:r>
            <a:r>
              <a:rPr lang="en-US" sz="1400" dirty="0" err="1"/>
              <a:t>staje</a:t>
            </a:r>
            <a:r>
              <a:rPr lang="en-US" sz="1400" dirty="0"/>
              <a:t>, pa </a:t>
            </a:r>
            <a:r>
              <a:rPr lang="en-US" sz="1400" dirty="0" err="1"/>
              <a:t>vrednost</a:t>
            </a:r>
            <a:r>
              <a:rPr lang="en-US" sz="1400" dirty="0"/>
              <a:t> </a:t>
            </a:r>
            <a:r>
              <a:rPr lang="en-US" sz="1400" dirty="0" err="1"/>
              <a:t>ostaje</a:t>
            </a:r>
            <a:r>
              <a:rPr lang="en-US" sz="1400" dirty="0"/>
              <a:t> 0.</a:t>
            </a:r>
          </a:p>
          <a:p>
            <a:pPr>
              <a:buSzPct val="50000"/>
            </a:pPr>
            <a:r>
              <a:rPr lang="en-US" sz="1400" dirty="0"/>
              <a:t>Za </a:t>
            </a:r>
            <a:r>
              <a:rPr lang="en-US" sz="1400" dirty="0" err="1"/>
              <a:t>kapacitete</a:t>
            </a:r>
            <a:r>
              <a:rPr lang="en-US" sz="1400" dirty="0"/>
              <a:t> od 2 do 5 </a:t>
            </a:r>
            <a:r>
              <a:rPr lang="en-US" sz="1400" dirty="0" err="1"/>
              <a:t>uzimamo</a:t>
            </a:r>
            <a:r>
              <a:rPr lang="en-US" sz="1400" dirty="0"/>
              <a:t> </a:t>
            </a:r>
            <a:r>
              <a:rPr lang="en-US" sz="1400" dirty="0" err="1"/>
              <a:t>predmet</a:t>
            </a:r>
            <a:r>
              <a:rPr lang="en-US" sz="1400" dirty="0"/>
              <a:t> A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dobijamo</a:t>
            </a:r>
            <a:r>
              <a:rPr lang="en-US" sz="1400" dirty="0"/>
              <a:t> </a:t>
            </a:r>
            <a:r>
              <a:rPr lang="en-US" sz="1400" dirty="0" err="1"/>
              <a:t>vrednost</a:t>
            </a:r>
            <a:r>
              <a:rPr lang="en-US" sz="1400" dirty="0"/>
              <a:t> 6. </a:t>
            </a:r>
            <a:r>
              <a:rPr lang="en-US" sz="1400" dirty="0" err="1"/>
              <a:t>Predmet</a:t>
            </a:r>
            <a:r>
              <a:rPr lang="en-US" sz="1400" dirty="0"/>
              <a:t> ne </a:t>
            </a:r>
            <a:r>
              <a:rPr lang="en-US" sz="1400" dirty="0" err="1"/>
              <a:t>možemo</a:t>
            </a:r>
            <a:r>
              <a:rPr lang="en-US" sz="1400" dirty="0"/>
              <a:t> </a:t>
            </a:r>
            <a:r>
              <a:rPr lang="en-US" sz="1400" dirty="0" err="1"/>
              <a:t>uzeti</a:t>
            </a:r>
            <a:r>
              <a:rPr lang="en-US" sz="1400" dirty="0"/>
              <a:t> </a:t>
            </a:r>
            <a:r>
              <a:rPr lang="en-US" sz="1400" dirty="0" err="1"/>
              <a:t>više</a:t>
            </a:r>
            <a:r>
              <a:rPr lang="en-US" sz="1400" dirty="0"/>
              <a:t> puta.</a:t>
            </a:r>
            <a:r>
              <a:rPr lang="en-US" sz="1400" b="1" dirty="0"/>
              <a:t> </a:t>
            </a:r>
          </a:p>
          <a:p>
            <a:pPr marL="0" indent="0">
              <a:buNone/>
            </a:pPr>
            <a:r>
              <a:rPr lang="en-US" sz="1400" b="1" dirty="0"/>
              <a:t>2. </a:t>
            </a:r>
            <a:r>
              <a:rPr lang="en-US" sz="1400" b="1" dirty="0" err="1"/>
              <a:t>Razmatramo</a:t>
            </a:r>
            <a:r>
              <a:rPr lang="en-US" sz="1400" b="1" dirty="0"/>
              <a:t> </a:t>
            </a:r>
            <a:r>
              <a:rPr lang="en-US" sz="1400" b="1" dirty="0" err="1"/>
              <a:t>predmet</a:t>
            </a:r>
            <a:r>
              <a:rPr lang="en-US" sz="1400" b="1" dirty="0"/>
              <a:t> B: </a:t>
            </a:r>
            <a:r>
              <a:rPr lang="en-US" sz="1400" b="1" dirty="0" err="1"/>
              <a:t>težina</a:t>
            </a:r>
            <a:r>
              <a:rPr lang="en-US" sz="1400" b="1" dirty="0"/>
              <a:t> 3 kg, </a:t>
            </a:r>
            <a:r>
              <a:rPr lang="en-US" sz="1400" b="1" dirty="0" err="1"/>
              <a:t>vrednost</a:t>
            </a:r>
            <a:r>
              <a:rPr lang="en-US" sz="1400" b="1" dirty="0"/>
              <a:t> 10</a:t>
            </a:r>
            <a:endParaRPr lang="en-US" sz="1400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400" dirty="0"/>
              <a:t>Za </a:t>
            </a:r>
            <a:r>
              <a:rPr lang="en-US" sz="1400" dirty="0" err="1"/>
              <a:t>kapacitete</a:t>
            </a:r>
            <a:r>
              <a:rPr lang="en-US" sz="1400" dirty="0"/>
              <a:t> </a:t>
            </a:r>
            <a:r>
              <a:rPr lang="en-US" sz="1400" dirty="0" err="1"/>
              <a:t>manje</a:t>
            </a:r>
            <a:r>
              <a:rPr lang="en-US" sz="1400" dirty="0"/>
              <a:t> od 3 </a:t>
            </a:r>
            <a:r>
              <a:rPr lang="en-US" sz="1400" dirty="0" err="1"/>
              <a:t>prepisujemo</a:t>
            </a:r>
            <a:r>
              <a:rPr lang="en-US" sz="1400" dirty="0"/>
              <a:t> </a:t>
            </a:r>
            <a:r>
              <a:rPr lang="en-US" sz="1400" dirty="0" err="1"/>
              <a:t>prethodni</a:t>
            </a:r>
            <a:r>
              <a:rPr lang="en-US" sz="1400" dirty="0"/>
              <a:t> red.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400" dirty="0"/>
              <a:t>Za </a:t>
            </a:r>
            <a:r>
              <a:rPr lang="en-US" sz="1400" dirty="0" err="1"/>
              <a:t>kapacitete</a:t>
            </a:r>
            <a:r>
              <a:rPr lang="en-US" sz="1400" dirty="0"/>
              <a:t> 3 </a:t>
            </a:r>
            <a:r>
              <a:rPr lang="en-US" sz="1400" dirty="0" err="1"/>
              <a:t>i</a:t>
            </a:r>
            <a:r>
              <a:rPr lang="en-US" sz="1400" dirty="0"/>
              <a:t> 4 </a:t>
            </a:r>
            <a:r>
              <a:rPr lang="en-US" sz="1400" dirty="0" err="1"/>
              <a:t>predmet</a:t>
            </a:r>
            <a:r>
              <a:rPr lang="en-US" sz="1400" dirty="0"/>
              <a:t> B </a:t>
            </a:r>
            <a:r>
              <a:rPr lang="en-US" sz="1400" dirty="0" err="1"/>
              <a:t>daje</a:t>
            </a:r>
            <a:r>
              <a:rPr lang="en-US" sz="1400" dirty="0"/>
              <a:t> </a:t>
            </a:r>
            <a:r>
              <a:rPr lang="en-US" sz="1400" dirty="0" err="1"/>
              <a:t>vrednost</a:t>
            </a:r>
            <a:r>
              <a:rPr lang="en-US" sz="1400" dirty="0"/>
              <a:t> 10, </a:t>
            </a:r>
            <a:r>
              <a:rPr lang="en-US" sz="1400" dirty="0" err="1"/>
              <a:t>što</a:t>
            </a:r>
            <a:r>
              <a:rPr lang="en-US" sz="1400" dirty="0"/>
              <a:t> je </a:t>
            </a:r>
            <a:r>
              <a:rPr lang="en-US" sz="1400" dirty="0" err="1"/>
              <a:t>bolje</a:t>
            </a:r>
            <a:r>
              <a:rPr lang="en-US" sz="1400" dirty="0"/>
              <a:t> od </a:t>
            </a:r>
            <a:r>
              <a:rPr lang="en-US" sz="1400" dirty="0" err="1"/>
              <a:t>prethodne</a:t>
            </a:r>
            <a:r>
              <a:rPr lang="en-US" sz="1400" dirty="0"/>
              <a:t> </a:t>
            </a:r>
            <a:r>
              <a:rPr lang="en-US" sz="1400" dirty="0" err="1"/>
              <a:t>vrednosti</a:t>
            </a:r>
            <a:r>
              <a:rPr lang="en-US" sz="1400" dirty="0"/>
              <a:t> 6.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400" dirty="0"/>
              <a:t>Za </a:t>
            </a:r>
            <a:r>
              <a:rPr lang="en-US" sz="1400" dirty="0" err="1"/>
              <a:t>kapacitet</a:t>
            </a:r>
            <a:r>
              <a:rPr lang="en-US" sz="1400" dirty="0"/>
              <a:t> 5 </a:t>
            </a:r>
            <a:r>
              <a:rPr lang="en-US" sz="1400" dirty="0" err="1"/>
              <a:t>upoređujemo</a:t>
            </a:r>
            <a:r>
              <a:rPr lang="en-US" sz="1400" dirty="0"/>
              <a:t>: bez B </a:t>
            </a:r>
            <a:r>
              <a:rPr lang="en-US" sz="1400" dirty="0" err="1"/>
              <a:t>dobijamo</a:t>
            </a:r>
            <a:r>
              <a:rPr lang="en-US" sz="1400" dirty="0"/>
              <a:t> 6, a </a:t>
            </a:r>
            <a:r>
              <a:rPr lang="en-US" sz="1400" dirty="0" err="1"/>
              <a:t>sa</a:t>
            </a:r>
            <a:r>
              <a:rPr lang="en-US" sz="1400" dirty="0"/>
              <a:t> B </a:t>
            </a:r>
            <a:r>
              <a:rPr lang="en-US" sz="1400" dirty="0" err="1"/>
              <a:t>dobijamo</a:t>
            </a:r>
            <a:r>
              <a:rPr lang="en-US" sz="1400" dirty="0"/>
              <a:t> </a:t>
            </a:r>
            <a:r>
              <a:rPr lang="en-US" sz="1400" b="1" dirty="0"/>
              <a:t>10 + 6 = 16</a:t>
            </a:r>
            <a:r>
              <a:rPr lang="en-US" sz="1400" dirty="0"/>
              <a:t>. </a:t>
            </a:r>
            <a:r>
              <a:rPr lang="en-US" sz="1400" dirty="0" err="1"/>
              <a:t>Preostalih</a:t>
            </a:r>
            <a:r>
              <a:rPr lang="en-US" sz="1400" dirty="0"/>
              <a:t> 2 kg </a:t>
            </a:r>
            <a:r>
              <a:rPr lang="en-US" sz="1400" dirty="0" err="1"/>
              <a:t>omogućava</a:t>
            </a:r>
            <a:r>
              <a:rPr lang="en-US" sz="1400" dirty="0"/>
              <a:t> </a:t>
            </a:r>
            <a:r>
              <a:rPr lang="en-US" sz="1400" dirty="0" err="1"/>
              <a:t>nam</a:t>
            </a:r>
            <a:r>
              <a:rPr lang="en-US" sz="1400" dirty="0"/>
              <a:t> da </a:t>
            </a:r>
            <a:r>
              <a:rPr lang="en-US" sz="1400" dirty="0" err="1"/>
              <a:t>uzmemo</a:t>
            </a:r>
            <a:r>
              <a:rPr lang="en-US" sz="1400" dirty="0"/>
              <a:t> A.</a:t>
            </a:r>
          </a:p>
          <a:p>
            <a:pPr marL="0" indent="0">
              <a:buNone/>
            </a:pPr>
            <a:r>
              <a:rPr lang="en-US" sz="1400" b="1" dirty="0"/>
              <a:t>3. </a:t>
            </a:r>
            <a:r>
              <a:rPr lang="en-US" sz="1400" b="1" dirty="0" err="1"/>
              <a:t>Razmatramo</a:t>
            </a:r>
            <a:r>
              <a:rPr lang="en-US" sz="1400" b="1" dirty="0"/>
              <a:t> </a:t>
            </a:r>
            <a:r>
              <a:rPr lang="en-US" sz="1400" b="1" dirty="0" err="1"/>
              <a:t>predmet</a:t>
            </a:r>
            <a:r>
              <a:rPr lang="en-US" sz="1400" b="1" dirty="0"/>
              <a:t> C: </a:t>
            </a:r>
            <a:r>
              <a:rPr lang="en-US" sz="1400" b="1" dirty="0" err="1"/>
              <a:t>težina</a:t>
            </a:r>
            <a:r>
              <a:rPr lang="en-US" sz="1400" b="1" dirty="0"/>
              <a:t> 4 kg, </a:t>
            </a:r>
            <a:r>
              <a:rPr lang="en-US" sz="1400" b="1" dirty="0" err="1"/>
              <a:t>vrednost</a:t>
            </a:r>
            <a:r>
              <a:rPr lang="en-US" sz="1400" b="1" dirty="0"/>
              <a:t> 12</a:t>
            </a:r>
            <a:endParaRPr lang="en-US" sz="1400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400" dirty="0"/>
              <a:t>Za </a:t>
            </a:r>
            <a:r>
              <a:rPr lang="en-US" sz="1400" dirty="0" err="1"/>
              <a:t>kapacitete</a:t>
            </a:r>
            <a:r>
              <a:rPr lang="en-US" sz="1400" dirty="0"/>
              <a:t> </a:t>
            </a:r>
            <a:r>
              <a:rPr lang="en-US" sz="1400" dirty="0" err="1"/>
              <a:t>manje</a:t>
            </a:r>
            <a:r>
              <a:rPr lang="en-US" sz="1400" dirty="0"/>
              <a:t> od 4 </a:t>
            </a:r>
            <a:r>
              <a:rPr lang="en-US" sz="1400" dirty="0" err="1"/>
              <a:t>prepisujemo</a:t>
            </a:r>
            <a:r>
              <a:rPr lang="en-US" sz="1400" dirty="0"/>
              <a:t> </a:t>
            </a:r>
            <a:r>
              <a:rPr lang="en-US" sz="1400" dirty="0" err="1"/>
              <a:t>prethodni</a:t>
            </a:r>
            <a:r>
              <a:rPr lang="en-US" sz="1400" dirty="0"/>
              <a:t> red.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400" dirty="0"/>
              <a:t>Za </a:t>
            </a:r>
            <a:r>
              <a:rPr lang="en-US" sz="1400" dirty="0" err="1"/>
              <a:t>kapacitet</a:t>
            </a:r>
            <a:r>
              <a:rPr lang="en-US" sz="1400" dirty="0"/>
              <a:t> 4 </a:t>
            </a:r>
            <a:r>
              <a:rPr lang="en-US" sz="1400" dirty="0" err="1"/>
              <a:t>biramo</a:t>
            </a:r>
            <a:r>
              <a:rPr lang="en-US" sz="1400" dirty="0"/>
              <a:t> C, </a:t>
            </a:r>
            <a:r>
              <a:rPr lang="en-US" sz="1400" dirty="0" err="1"/>
              <a:t>jer</a:t>
            </a:r>
            <a:r>
              <a:rPr lang="en-US" sz="1400" dirty="0"/>
              <a:t> je </a:t>
            </a:r>
            <a:r>
              <a:rPr lang="en-US" sz="1400" dirty="0" err="1"/>
              <a:t>njegova</a:t>
            </a:r>
            <a:r>
              <a:rPr lang="en-US" sz="1400" dirty="0"/>
              <a:t> </a:t>
            </a:r>
            <a:r>
              <a:rPr lang="en-US" sz="1400" dirty="0" err="1"/>
              <a:t>vrednost</a:t>
            </a:r>
            <a:r>
              <a:rPr lang="en-US" sz="1400" dirty="0"/>
              <a:t> </a:t>
            </a:r>
            <a:r>
              <a:rPr lang="en-US" sz="1400" b="1" dirty="0"/>
              <a:t>12 </a:t>
            </a:r>
            <a:r>
              <a:rPr lang="en-US" sz="1400" b="1" dirty="0" err="1"/>
              <a:t>veća</a:t>
            </a:r>
            <a:r>
              <a:rPr lang="en-US" sz="1400" b="1" dirty="0"/>
              <a:t> od 10</a:t>
            </a:r>
            <a:r>
              <a:rPr lang="en-US" sz="1400" dirty="0"/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400" dirty="0"/>
              <a:t>Za </a:t>
            </a:r>
            <a:r>
              <a:rPr lang="en-US" sz="1400" dirty="0" err="1"/>
              <a:t>kapacitet</a:t>
            </a:r>
            <a:r>
              <a:rPr lang="en-US" sz="1400" dirty="0"/>
              <a:t> 5 </a:t>
            </a:r>
            <a:r>
              <a:rPr lang="en-US" sz="1400" dirty="0" err="1"/>
              <a:t>upoređujemo</a:t>
            </a:r>
            <a:r>
              <a:rPr lang="en-US" sz="1400" dirty="0"/>
              <a:t>: bez C </a:t>
            </a:r>
            <a:r>
              <a:rPr lang="en-US" sz="1400" dirty="0" err="1"/>
              <a:t>dobijamo</a:t>
            </a:r>
            <a:r>
              <a:rPr lang="en-US" sz="1400" dirty="0"/>
              <a:t> 16, a </a:t>
            </a:r>
            <a:r>
              <a:rPr lang="en-US" sz="1400" dirty="0" err="1"/>
              <a:t>sa</a:t>
            </a:r>
            <a:r>
              <a:rPr lang="en-US" sz="1400" dirty="0"/>
              <a:t> C </a:t>
            </a:r>
            <a:r>
              <a:rPr lang="en-US" sz="1400" dirty="0" err="1"/>
              <a:t>dobijamo</a:t>
            </a:r>
            <a:r>
              <a:rPr lang="en-US" sz="1400" dirty="0"/>
              <a:t> </a:t>
            </a:r>
            <a:r>
              <a:rPr lang="en-US" sz="1400" b="1" dirty="0"/>
              <a:t>12 + 0 = 12</a:t>
            </a:r>
            <a:r>
              <a:rPr lang="en-US" sz="1400" dirty="0"/>
              <a:t>, </a:t>
            </a:r>
            <a:r>
              <a:rPr lang="en-US" sz="1400" dirty="0" err="1"/>
              <a:t>jer</a:t>
            </a:r>
            <a:r>
              <a:rPr lang="en-US" sz="1400" dirty="0"/>
              <a:t> u </a:t>
            </a:r>
            <a:r>
              <a:rPr lang="en-US" sz="1400" dirty="0" err="1"/>
              <a:t>preostalih</a:t>
            </a:r>
            <a:r>
              <a:rPr lang="en-US" sz="1400" dirty="0"/>
              <a:t> 1 kg ne </a:t>
            </a:r>
            <a:r>
              <a:rPr lang="en-US" sz="1400" dirty="0" err="1"/>
              <a:t>staje</a:t>
            </a:r>
            <a:r>
              <a:rPr lang="en-US" sz="1400" dirty="0"/>
              <a:t> </a:t>
            </a:r>
            <a:r>
              <a:rPr lang="en-US" sz="1400" dirty="0" err="1"/>
              <a:t>nijedan</a:t>
            </a:r>
            <a:r>
              <a:rPr lang="en-US" sz="1400" dirty="0"/>
              <a:t> </a:t>
            </a:r>
            <a:r>
              <a:rPr lang="en-US" sz="1400" dirty="0" err="1"/>
              <a:t>prethodni</a:t>
            </a:r>
            <a:r>
              <a:rPr lang="en-US" sz="1400" dirty="0"/>
              <a:t> </a:t>
            </a:r>
            <a:r>
              <a:rPr lang="en-US" sz="1400" dirty="0" err="1"/>
              <a:t>predmet</a:t>
            </a:r>
            <a:r>
              <a:rPr lang="en-US" sz="1400" dirty="0"/>
              <a:t>. </a:t>
            </a:r>
            <a:r>
              <a:rPr lang="en-US" sz="1400" dirty="0" err="1"/>
              <a:t>Zadržavamo</a:t>
            </a:r>
            <a:r>
              <a:rPr lang="en-US" sz="1400" dirty="0"/>
              <a:t> 16.</a:t>
            </a:r>
          </a:p>
          <a:p>
            <a:pPr lvl="0">
              <a:buFont typeface="Wingdings" panose="05000000000000000000" pitchFamily="2" charset="2"/>
              <a:buChar char="§"/>
            </a:pPr>
            <a:endParaRPr lang="en-US" sz="1400" dirty="0"/>
          </a:p>
          <a:p>
            <a:pPr>
              <a:buSzPct val="50000"/>
            </a:pPr>
            <a:endParaRPr lang="en-US" sz="18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BA9B930-C6AB-C2FC-0563-4B117EDA4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621671"/>
              </p:ext>
            </p:extLst>
          </p:nvPr>
        </p:nvGraphicFramePr>
        <p:xfrm>
          <a:off x="838198" y="1663311"/>
          <a:ext cx="10515603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69659982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5138501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421413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3092803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0274085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15730142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57524234"/>
                    </a:ext>
                  </a:extLst>
                </a:gridCol>
              </a:tblGrid>
              <a:tr h="577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Razmotreni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predmeti</a:t>
                      </a:r>
                      <a:r>
                        <a:rPr lang="en-US" sz="1400" dirty="0"/>
                        <a:t> / </a:t>
                      </a:r>
                      <a:r>
                        <a:rPr lang="en-US" sz="1400" dirty="0" err="1"/>
                        <a:t>Kapacitet</a:t>
                      </a:r>
                      <a:r>
                        <a:rPr lang="en-US" sz="1400" dirty="0"/>
                        <a:t> (kg)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331850"/>
                  </a:ext>
                </a:extLst>
              </a:tr>
              <a:tr h="240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Bez predmeta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112129"/>
                  </a:ext>
                </a:extLst>
              </a:tr>
              <a:tr h="240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889630"/>
                  </a:ext>
                </a:extLst>
              </a:tr>
              <a:tr h="240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A,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962724"/>
                  </a:ext>
                </a:extLst>
              </a:tr>
              <a:tr h="240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A, B,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216381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9010E126-B55F-779B-8E02-7891CC751C9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041715" y="1149031"/>
            <a:ext cx="10515603" cy="1200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None/>
            </a:pPr>
            <a:r>
              <a:rPr lang="en-US" sz="2400" dirty="0" err="1"/>
              <a:t>Predmeti</a:t>
            </a:r>
            <a:r>
              <a:rPr lang="en-US" sz="2400" dirty="0"/>
              <a:t> (A</a:t>
            </a:r>
            <a:r>
              <a:rPr lang="en-US" sz="2400" i="1" dirty="0"/>
              <a:t>(2kg, 6)</a:t>
            </a:r>
            <a:r>
              <a:rPr lang="en-US" sz="2400" dirty="0"/>
              <a:t>,</a:t>
            </a:r>
            <a:r>
              <a:rPr lang="en-US" sz="2400" i="1" dirty="0"/>
              <a:t> </a:t>
            </a:r>
            <a:r>
              <a:rPr lang="en-US" sz="2400" dirty="0"/>
              <a:t>B</a:t>
            </a:r>
            <a:r>
              <a:rPr lang="en-US" sz="2400" i="1" dirty="0"/>
              <a:t>(3kg, 10)</a:t>
            </a:r>
            <a:r>
              <a:rPr lang="en-US" sz="2400" dirty="0"/>
              <a:t>,</a:t>
            </a:r>
            <a:r>
              <a:rPr lang="en-US" sz="2400" i="1" dirty="0"/>
              <a:t> </a:t>
            </a:r>
            <a:r>
              <a:rPr lang="en-US" sz="2400" dirty="0"/>
              <a:t>C</a:t>
            </a:r>
            <a:r>
              <a:rPr lang="en-US" sz="2400" i="1" dirty="0"/>
              <a:t>(4kg, 12)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082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0AFC0-298C-4E68-C227-F1DA64FD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7205B5D6-647A-11DC-C754-CDE54AB65095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5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Rešen primer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DF891D-62A2-3B1A-281D-FF4E78FF7D7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83178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SzPct val="50000"/>
              <a:buNone/>
            </a:pPr>
            <a:endParaRPr lang="sr-Latn-ME" altLang="en-CH" sz="2400" dirty="0">
              <a:latin typeface="Arial 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39E65F7-BEE6-455A-83A1-EDF8E370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10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920C72D9-8D97-6996-C148-9C9554CCE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E0D60B9-B154-BBF0-4757-821ED06F4175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61A4A3A-24D8-79E2-7D4B-DB01D0CF0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BD1BCF-0754-E46B-BF07-E9E4DD2CFEB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31898" y="1521222"/>
            <a:ext cx="10170322" cy="3641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 err="1"/>
              <a:t>Posljednje</a:t>
            </a:r>
            <a:r>
              <a:rPr lang="en-US" sz="2000" dirty="0"/>
              <a:t> polje </a:t>
            </a:r>
            <a:r>
              <a:rPr lang="en-US" sz="2000" dirty="0" err="1"/>
              <a:t>tabele</a:t>
            </a:r>
            <a:r>
              <a:rPr lang="en-US" sz="2000" dirty="0"/>
              <a:t> </a:t>
            </a:r>
            <a:r>
              <a:rPr lang="en-US" sz="2000" dirty="0" err="1"/>
              <a:t>sadrži</a:t>
            </a:r>
            <a:r>
              <a:rPr lang="en-US" sz="2000" dirty="0"/>
              <a:t> </a:t>
            </a:r>
            <a:r>
              <a:rPr lang="en-US" sz="2000" dirty="0" err="1"/>
              <a:t>vrednost</a:t>
            </a:r>
            <a:r>
              <a:rPr lang="en-US" sz="2000" dirty="0"/>
              <a:t> </a:t>
            </a:r>
            <a:r>
              <a:rPr lang="en-US" sz="2000" b="1" dirty="0"/>
              <a:t>16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Izabrane</a:t>
            </a:r>
            <a:r>
              <a:rPr lang="en-US" sz="2000" dirty="0"/>
              <a:t> </a:t>
            </a:r>
            <a:r>
              <a:rPr lang="en-US" sz="2000" dirty="0" err="1"/>
              <a:t>predmete</a:t>
            </a:r>
            <a:r>
              <a:rPr lang="en-US" sz="2000" dirty="0"/>
              <a:t> </a:t>
            </a:r>
            <a:r>
              <a:rPr lang="en-US" sz="2000" dirty="0" err="1"/>
              <a:t>određujemo</a:t>
            </a:r>
            <a:r>
              <a:rPr lang="en-US" sz="2000" dirty="0"/>
              <a:t> </a:t>
            </a:r>
            <a:r>
              <a:rPr lang="en-US" sz="2000" dirty="0" err="1"/>
              <a:t>prolaskom</a:t>
            </a:r>
            <a:r>
              <a:rPr lang="en-US" sz="2000" dirty="0"/>
              <a:t> </a:t>
            </a:r>
            <a:r>
              <a:rPr lang="en-US" sz="2000" dirty="0" err="1"/>
              <a:t>unazad</a:t>
            </a:r>
            <a:r>
              <a:rPr lang="en-US" sz="2000" dirty="0"/>
              <a:t> </a:t>
            </a:r>
            <a:r>
              <a:rPr lang="en-US" sz="2000" dirty="0" err="1"/>
              <a:t>kroz</a:t>
            </a:r>
            <a:r>
              <a:rPr lang="en-US" sz="2000" dirty="0"/>
              <a:t> </a:t>
            </a:r>
            <a:r>
              <a:rPr lang="en-US" sz="2000" dirty="0" err="1"/>
              <a:t>tabelu</a:t>
            </a:r>
            <a:r>
              <a:rPr lang="en-US" sz="2000" dirty="0"/>
              <a:t>:</a:t>
            </a:r>
          </a:p>
          <a:p>
            <a:pPr marL="0" lvl="0" indent="0">
              <a:buNone/>
            </a:pPr>
            <a:r>
              <a:rPr lang="en-US" sz="2000" b="1" dirty="0" err="1"/>
              <a:t>Predmet</a:t>
            </a:r>
            <a:r>
              <a:rPr lang="en-US" sz="2000" b="1" dirty="0"/>
              <a:t> C </a:t>
            </a:r>
            <a:r>
              <a:rPr lang="en-US" sz="2000" b="1" dirty="0" err="1"/>
              <a:t>nije</a:t>
            </a:r>
            <a:r>
              <a:rPr lang="en-US" sz="2000" b="1" dirty="0"/>
              <a:t> </a:t>
            </a:r>
            <a:r>
              <a:rPr lang="en-US" sz="2000" b="1" dirty="0" err="1"/>
              <a:t>izabran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vrednost</a:t>
            </a:r>
            <a:r>
              <a:rPr lang="en-US" sz="2000" dirty="0"/>
              <a:t> 16 </a:t>
            </a:r>
            <a:r>
              <a:rPr lang="en-US" sz="2000" dirty="0" err="1"/>
              <a:t>jednaka</a:t>
            </a:r>
            <a:r>
              <a:rPr lang="en-US" sz="2000" dirty="0"/>
              <a:t> je </a:t>
            </a:r>
            <a:r>
              <a:rPr lang="en-US" sz="2000" dirty="0" err="1"/>
              <a:t>vrednosti</a:t>
            </a:r>
            <a:r>
              <a:rPr lang="en-US" sz="2000" dirty="0"/>
              <a:t> u </a:t>
            </a:r>
            <a:r>
              <a:rPr lang="en-US" sz="2000" dirty="0" err="1"/>
              <a:t>prethodnom</a:t>
            </a:r>
            <a:r>
              <a:rPr lang="en-US" sz="2000" dirty="0"/>
              <a:t> </a:t>
            </a:r>
            <a:r>
              <a:rPr lang="en-US" sz="2000" dirty="0" err="1"/>
              <a:t>redu</a:t>
            </a:r>
            <a:r>
              <a:rPr lang="en-US" sz="2000" dirty="0"/>
              <a:t> za </a:t>
            </a:r>
            <a:r>
              <a:rPr lang="en-US" sz="2000" dirty="0" err="1"/>
              <a:t>isti</a:t>
            </a:r>
            <a:r>
              <a:rPr lang="en-US" sz="2000" dirty="0"/>
              <a:t> </a:t>
            </a:r>
            <a:r>
              <a:rPr lang="en-US" sz="2000" dirty="0" err="1"/>
              <a:t>kapacitet</a:t>
            </a:r>
            <a:r>
              <a:rPr lang="en-US" sz="2000" dirty="0"/>
              <a:t>.</a:t>
            </a:r>
          </a:p>
          <a:p>
            <a:pPr marL="0" lvl="0" indent="0">
              <a:buNone/>
            </a:pPr>
            <a:r>
              <a:rPr lang="en-US" sz="2000" b="1" dirty="0" err="1"/>
              <a:t>Predmet</a:t>
            </a:r>
            <a:r>
              <a:rPr lang="en-US" sz="2000" b="1" dirty="0"/>
              <a:t> B je </a:t>
            </a:r>
            <a:r>
              <a:rPr lang="en-US" sz="2000" b="1" dirty="0" err="1"/>
              <a:t>izabran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vrednost</a:t>
            </a:r>
            <a:r>
              <a:rPr lang="en-US" sz="2000" dirty="0"/>
              <a:t> 16 </a:t>
            </a:r>
            <a:r>
              <a:rPr lang="en-US" sz="2000" dirty="0" err="1"/>
              <a:t>razlikuje</a:t>
            </a:r>
            <a:r>
              <a:rPr lang="en-US" sz="2000" dirty="0"/>
              <a:t> se od </a:t>
            </a:r>
            <a:r>
              <a:rPr lang="en-US" sz="2000" dirty="0" err="1"/>
              <a:t>vrednosti</a:t>
            </a:r>
            <a:r>
              <a:rPr lang="en-US" sz="2000" dirty="0"/>
              <a:t> 6 u </a:t>
            </a:r>
            <a:r>
              <a:rPr lang="en-US" sz="2000" dirty="0" err="1"/>
              <a:t>redu</a:t>
            </a:r>
            <a:r>
              <a:rPr lang="en-US" sz="2000" dirty="0"/>
              <a:t> </a:t>
            </a:r>
            <a:r>
              <a:rPr lang="en-US" sz="2000" dirty="0" err="1"/>
              <a:t>iznad</a:t>
            </a:r>
            <a:r>
              <a:rPr lang="en-US" sz="2000" dirty="0"/>
              <a:t>. </a:t>
            </a:r>
            <a:r>
              <a:rPr lang="en-US" sz="2000" dirty="0" err="1"/>
              <a:t>Preostali</a:t>
            </a:r>
            <a:r>
              <a:rPr lang="en-US" sz="2000" dirty="0"/>
              <a:t> </a:t>
            </a:r>
            <a:r>
              <a:rPr lang="en-US" sz="2000" dirty="0" err="1"/>
              <a:t>kapacitet</a:t>
            </a:r>
            <a:r>
              <a:rPr lang="en-US" sz="2000" dirty="0"/>
              <a:t> je </a:t>
            </a:r>
            <a:r>
              <a:rPr lang="en-US" sz="2000" b="1" dirty="0"/>
              <a:t>5-3=2kg</a:t>
            </a:r>
            <a:r>
              <a:rPr lang="en-US" sz="2000" dirty="0"/>
              <a:t>.</a:t>
            </a:r>
          </a:p>
          <a:p>
            <a:pPr marL="0" lvl="0" indent="0">
              <a:buNone/>
            </a:pPr>
            <a:r>
              <a:rPr lang="en-US" sz="2000" b="1" dirty="0" err="1"/>
              <a:t>Predmet</a:t>
            </a:r>
            <a:r>
              <a:rPr lang="en-US" sz="2000" b="1" dirty="0"/>
              <a:t> A je </a:t>
            </a:r>
            <a:r>
              <a:rPr lang="en-US" sz="2000" b="1" dirty="0" err="1"/>
              <a:t>izabran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pri</a:t>
            </a:r>
            <a:r>
              <a:rPr lang="en-US" sz="2000" dirty="0"/>
              <a:t> </a:t>
            </a:r>
            <a:r>
              <a:rPr lang="en-US" sz="2000" dirty="0" err="1"/>
              <a:t>kapacitetu</a:t>
            </a:r>
            <a:r>
              <a:rPr lang="en-US" sz="2000" dirty="0"/>
              <a:t> 2 </a:t>
            </a:r>
            <a:r>
              <a:rPr lang="en-US" sz="2000" dirty="0" err="1"/>
              <a:t>vrednost</a:t>
            </a:r>
            <a:r>
              <a:rPr lang="en-US" sz="2000" dirty="0"/>
              <a:t> 6 </a:t>
            </a:r>
            <a:r>
              <a:rPr lang="en-US" sz="2000" dirty="0" err="1"/>
              <a:t>razlikuje</a:t>
            </a:r>
            <a:r>
              <a:rPr lang="en-US" sz="2000" dirty="0"/>
              <a:t> se od </a:t>
            </a:r>
            <a:r>
              <a:rPr lang="en-US" sz="2000" dirty="0" err="1"/>
              <a:t>početne</a:t>
            </a:r>
            <a:r>
              <a:rPr lang="en-US" sz="2000" dirty="0"/>
              <a:t> </a:t>
            </a:r>
            <a:r>
              <a:rPr lang="en-US" sz="2000" dirty="0" err="1"/>
              <a:t>vrijednosti</a:t>
            </a:r>
            <a:r>
              <a:rPr lang="en-US" sz="2000" dirty="0"/>
              <a:t> 0. </a:t>
            </a:r>
            <a:r>
              <a:rPr lang="en-US" sz="2000" dirty="0" err="1"/>
              <a:t>Preostali</a:t>
            </a:r>
            <a:r>
              <a:rPr lang="en-US" sz="2000" dirty="0"/>
              <a:t> </a:t>
            </a:r>
            <a:r>
              <a:rPr lang="en-US" sz="2000" dirty="0" err="1"/>
              <a:t>kapacitet</a:t>
            </a:r>
            <a:r>
              <a:rPr lang="en-US" sz="2000" dirty="0"/>
              <a:t> </a:t>
            </a:r>
            <a:r>
              <a:rPr lang="en-US" sz="2000" b="1" dirty="0"/>
              <a:t>2-2=0kg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 err="1"/>
              <a:t>Optimalan</a:t>
            </a:r>
            <a:r>
              <a:rPr lang="en-US" sz="2000" b="1" dirty="0"/>
              <a:t> </a:t>
            </a:r>
            <a:r>
              <a:rPr lang="en-US" sz="2000" b="1" dirty="0" err="1"/>
              <a:t>izbor</a:t>
            </a:r>
            <a:r>
              <a:rPr lang="en-US" sz="2000" b="1" dirty="0"/>
              <a:t>: A </a:t>
            </a:r>
            <a:r>
              <a:rPr lang="en-US" sz="2000" b="1" dirty="0" err="1"/>
              <a:t>i</a:t>
            </a:r>
            <a:r>
              <a:rPr lang="en-US" sz="2000" b="1" dirty="0"/>
              <a:t> B</a:t>
            </a:r>
            <a:br>
              <a:rPr lang="en-US" sz="2000" dirty="0"/>
            </a:br>
            <a:r>
              <a:rPr lang="en-US" sz="2000" b="1" dirty="0" err="1"/>
              <a:t>Ukupna</a:t>
            </a:r>
            <a:r>
              <a:rPr lang="en-US" sz="2000" b="1" dirty="0"/>
              <a:t> </a:t>
            </a:r>
            <a:r>
              <a:rPr lang="en-US" sz="2000" b="1" dirty="0" err="1"/>
              <a:t>težina</a:t>
            </a:r>
            <a:r>
              <a:rPr lang="en-US" sz="2000" b="1" dirty="0"/>
              <a:t>: 2 + 3 = 5 kg</a:t>
            </a:r>
            <a:br>
              <a:rPr lang="en-US" sz="2000" dirty="0"/>
            </a:br>
            <a:r>
              <a:rPr lang="en-US" sz="2000" b="1" dirty="0" err="1"/>
              <a:t>Najveća</a:t>
            </a:r>
            <a:r>
              <a:rPr lang="en-US" sz="2000" b="1" dirty="0"/>
              <a:t> </a:t>
            </a:r>
            <a:r>
              <a:rPr lang="en-US" sz="2000" b="1" dirty="0" err="1"/>
              <a:t>ukupna</a:t>
            </a:r>
            <a:r>
              <a:rPr lang="en-US" sz="2000" b="1" dirty="0"/>
              <a:t> </a:t>
            </a:r>
            <a:r>
              <a:rPr lang="en-US" sz="2000" b="1" dirty="0" err="1"/>
              <a:t>vrednost</a:t>
            </a:r>
            <a:r>
              <a:rPr lang="en-US" sz="2000" b="1" dirty="0"/>
              <a:t>: 6 + 10 = 16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7230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16548-A064-3270-4E7A-433FC823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033BF9ED-1F7F-82F8-0422-E2D11A6CF69F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5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Vremenska (i prostorna) složenost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8A3196-F1FB-E0B3-B8A5-0D1B8EF269C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0162" y="129203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Aft>
                <a:spcPts val="1200"/>
              </a:spcAft>
              <a:buSzPct val="50000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Vremenska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složenost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nW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predstavlja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broj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kapacitet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ranca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Spoljašnja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petlja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prolazi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kroz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svih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unutrašnja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kroz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kapaciteta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Za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svako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polje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tabele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izvršavamo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konstantan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broj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operacija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proveru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težine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sabiranje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izbor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veće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r-Latn-ME" altLang="en-CH" sz="1800" dirty="0">
                <a:latin typeface="Arial "/>
              </a:rPr>
              <a:t>Za prikazanu implementaciju složenost je ista u sva tri slučaja jer popunjavamo celu tabelu, bez obzira na težine i vrednosti predmeta.</a:t>
            </a:r>
            <a:endParaRPr lang="en-US" altLang="en-CH" sz="1800" dirty="0">
              <a:latin typeface="Arial "/>
            </a:endParaRPr>
          </a:p>
          <a:p>
            <a:pPr>
              <a:spcAft>
                <a:spcPts val="0"/>
              </a:spcAft>
              <a:buSzPct val="50000"/>
            </a:pPr>
            <a:r>
              <a:rPr lang="sr-Latn-ME" altLang="en-CH" sz="1800" dirty="0">
                <a:latin typeface="Arial "/>
              </a:rPr>
              <a:t>Prostorna složenost: </a:t>
            </a: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sz="1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nW</a:t>
            </a: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CH" sz="1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  <a:buSzPct val="50000"/>
              <a:buFont typeface="Wingdings" panose="05000000000000000000" pitchFamily="2" charset="2"/>
              <a:buChar char="§"/>
            </a:pPr>
            <a:r>
              <a:rPr lang="sr-Latn-ME" altLang="en-CH" sz="1800" dirty="0">
                <a:latin typeface="Arial "/>
              </a:rPr>
              <a:t>Tabela DP ima </a:t>
            </a:r>
            <a:r>
              <a:rPr lang="en-US" altLang="en-CH" sz="1800" dirty="0">
                <a:latin typeface="Arial "/>
              </a:rPr>
              <a:t>n+1 </a:t>
            </a:r>
            <a:r>
              <a:rPr lang="sr-Latn-ME" altLang="en-CH" sz="1800" dirty="0">
                <a:latin typeface="Arial "/>
              </a:rPr>
              <a:t>redova i </a:t>
            </a:r>
            <a:r>
              <a:rPr lang="en-US" altLang="en-CH" sz="1800" dirty="0">
                <a:latin typeface="Arial "/>
              </a:rPr>
              <a:t>W+1 </a:t>
            </a:r>
            <a:r>
              <a:rPr lang="sr-Latn-ME" altLang="en-CH" sz="1800" dirty="0">
                <a:latin typeface="Arial "/>
              </a:rPr>
              <a:t>kolona, pa zauzima </a:t>
            </a:r>
            <a:r>
              <a:rPr lang="en-US" altLang="en-CH" sz="1800" b="1" i="1" dirty="0">
                <a:latin typeface="Arial "/>
              </a:rPr>
              <a:t>O(</a:t>
            </a:r>
            <a:r>
              <a:rPr lang="en-US" altLang="en-CH" sz="1800" b="1" i="1" dirty="0" err="1">
                <a:latin typeface="Arial "/>
              </a:rPr>
              <a:t>nW</a:t>
            </a:r>
            <a:r>
              <a:rPr lang="en-US" altLang="en-CH" sz="1800" b="1" i="1" dirty="0">
                <a:latin typeface="Arial "/>
              </a:rPr>
              <a:t>) </a:t>
            </a:r>
            <a:r>
              <a:rPr lang="sr-Latn-ME" altLang="en-CH" sz="1800" dirty="0">
                <a:latin typeface="Arial "/>
              </a:rPr>
              <a:t>memorije. Čuvamo je da bismo, osim najveće vrednosti, mogli odrediti i izabrane predmete.</a:t>
            </a:r>
            <a:r>
              <a:rPr lang="en-US" altLang="en-CH" sz="1800" dirty="0">
                <a:latin typeface="Arial "/>
              </a:rPr>
              <a:t> </a:t>
            </a:r>
            <a:r>
              <a:rPr lang="sr-Latn-ME" altLang="en-CH" sz="1800" dirty="0">
                <a:latin typeface="Arial "/>
              </a:rPr>
              <a:t>Prolazak unazad radi pronalaženja izabranih predmeta traje </a:t>
            </a:r>
            <a:r>
              <a:rPr lang="en-US" altLang="en-CH" sz="1800" dirty="0">
                <a:latin typeface="Arial "/>
              </a:rPr>
              <a:t>O(n) </a:t>
            </a:r>
            <a:r>
              <a:rPr lang="sr-Latn-ME" altLang="en-CH" sz="1800" dirty="0">
                <a:latin typeface="Arial "/>
              </a:rPr>
              <a:t>i ne menja ukupnu vremensku složenost.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28FC0FB-ADB1-4095-0203-90F55A07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11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B84729EA-5FB5-F2A3-1F03-8FE2744B1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6254515-2AB5-867C-E806-A874D542AA30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712533-3ED8-05E8-9531-CFF2563C4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571F97-1267-568F-D8E5-3D98858BA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026442"/>
              </p:ext>
            </p:extLst>
          </p:nvPr>
        </p:nvGraphicFramePr>
        <p:xfrm>
          <a:off x="1560511" y="5017294"/>
          <a:ext cx="9259888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9944">
                  <a:extLst>
                    <a:ext uri="{9D8B030D-6E8A-4147-A177-3AD203B41FA5}">
                      <a16:colId xmlns:a16="http://schemas.microsoft.com/office/drawing/2014/main" val="1691202642"/>
                    </a:ext>
                  </a:extLst>
                </a:gridCol>
                <a:gridCol w="4629944">
                  <a:extLst>
                    <a:ext uri="{9D8B030D-6E8A-4147-A177-3AD203B41FA5}">
                      <a16:colId xmlns:a16="http://schemas.microsoft.com/office/drawing/2014/main" val="2761351505"/>
                    </a:ext>
                  </a:extLst>
                </a:gridCol>
              </a:tblGrid>
              <a:tr h="36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Pristup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Vremenska složenost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452437"/>
                  </a:ext>
                </a:extLst>
              </a:tr>
              <a:tr h="631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Rekurzivno ispitivanje svih kombinacija bez pamćenja rezultata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O(2</a:t>
                      </a:r>
                      <a:r>
                        <a:rPr lang="en-US" i="1" baseline="30000" dirty="0"/>
                        <a:t>n</a:t>
                      </a:r>
                      <a:r>
                        <a:rPr lang="en-US" i="1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709496"/>
                  </a:ext>
                </a:extLst>
              </a:tr>
              <a:tr h="36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Dinamičko programiranje sa tabelom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SzPct val="50000"/>
                      </a:pPr>
                      <a:r>
                        <a:rPr lang="en-US" sz="18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</a:t>
                      </a:r>
                      <a:r>
                        <a:rPr lang="en-US" sz="18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nW</a:t>
                      </a:r>
                      <a:r>
                        <a:rPr lang="en-US" sz="18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altLang="en-CH" sz="1800" b="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82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20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50DC5-5014-3789-5611-0B45BE0F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F1474021-6B4A-998C-263A-BFC74CA84DC8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6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Implementacija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0FAE98-E55F-6728-66FE-B3D3FB5A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12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BED77809-8394-C9E5-3D55-FF5069DD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9B3EE54-48AC-4E71-5F42-800289DBCA49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6A4559D-2B50-E19F-89B4-6C5760A9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006ED-8F36-38A0-6796-337528849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053" y="1184275"/>
            <a:ext cx="3839856" cy="5394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24BD1A-A86D-7FA7-75A1-C2CEB68E8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19" y="1859635"/>
            <a:ext cx="5095851" cy="21585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4797DD-C9C7-C241-BDCB-16240F2A3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489" y="4637020"/>
            <a:ext cx="4563112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1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F943-8591-6958-EB1D-48481101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76D77276-B9A5-CB16-D17E-E19CFE4B452D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7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Primjene i ograničenja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841D09-7B3B-B980-E2AF-5A7484754AA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135062" y="1352748"/>
            <a:ext cx="9520237" cy="5067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ranca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0/1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koristi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se za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modelovanje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izbora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ograničene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resurse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Izbor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terete/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opreme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biranje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paketa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najveće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ukupne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uz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ograničenu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nosivost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vozila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Planiranje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budžeta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biranje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nezavisnih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projekata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najveće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ukupne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koristi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uz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ograničena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sredstva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Raspodela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prostora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podatke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biranje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najvrednijih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podataka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koji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mogu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raspoloživu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memoriju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Ograničenja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Prikazana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implementacija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zahtijeva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sz="1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nW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vremena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memorije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pa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veliki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kapacitet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ranca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može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učiniti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računanje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nepraktičnim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Tabela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zahteva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celobrojne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težine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kapacitet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Decimalne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veličine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moraju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prethodno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prilagoditi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što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može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povećati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tabelu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dozvoljava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izbor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svakog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najviše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jednom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Dodatna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ograničenja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poput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istovremenog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ograničenja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težine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zapremine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zahtevaju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prilagođavanje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algoritma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 dirty="0" err="1"/>
              <a:t>Dinamičko</a:t>
            </a:r>
            <a:r>
              <a:rPr lang="en-US" sz="1800" dirty="0"/>
              <a:t> </a:t>
            </a:r>
            <a:r>
              <a:rPr lang="en-US" sz="1800" dirty="0" err="1"/>
              <a:t>programiranje</a:t>
            </a:r>
            <a:r>
              <a:rPr lang="en-US" sz="1800" dirty="0"/>
              <a:t> je </a:t>
            </a:r>
            <a:r>
              <a:rPr lang="en-US" sz="1800" dirty="0" err="1"/>
              <a:t>dobar</a:t>
            </a:r>
            <a:r>
              <a:rPr lang="en-US" sz="1800" dirty="0"/>
              <a:t> </a:t>
            </a:r>
            <a:r>
              <a:rPr lang="en-US" sz="1800" dirty="0" err="1"/>
              <a:t>izbor</a:t>
            </a:r>
            <a:r>
              <a:rPr lang="en-US" sz="1800" dirty="0"/>
              <a:t> </a:t>
            </a:r>
            <a:r>
              <a:rPr lang="en-US" sz="1800" dirty="0" err="1"/>
              <a:t>kada</a:t>
            </a:r>
            <a:r>
              <a:rPr lang="en-US" sz="1800" dirty="0"/>
              <a:t> je </a:t>
            </a:r>
            <a:r>
              <a:rPr lang="en-US" sz="1800" dirty="0" err="1"/>
              <a:t>potrebno</a:t>
            </a:r>
            <a:r>
              <a:rPr lang="en-US" sz="1800" dirty="0"/>
              <a:t> </a:t>
            </a:r>
            <a:r>
              <a:rPr lang="en-US" sz="1800" b="1" dirty="0" err="1"/>
              <a:t>optimalno</a:t>
            </a:r>
            <a:r>
              <a:rPr lang="en-US" sz="1800" b="1" dirty="0"/>
              <a:t> </a:t>
            </a:r>
            <a:r>
              <a:rPr lang="en-US" sz="1800" b="1" dirty="0" err="1"/>
              <a:t>rešenje</a:t>
            </a:r>
            <a:r>
              <a:rPr lang="en-US" sz="1800" dirty="0"/>
              <a:t>, </a:t>
            </a:r>
            <a:r>
              <a:rPr lang="en-US" sz="1800" dirty="0" err="1"/>
              <a:t>predmeti</a:t>
            </a:r>
            <a:r>
              <a:rPr lang="en-US" sz="1800" dirty="0"/>
              <a:t> </a:t>
            </a:r>
            <a:r>
              <a:rPr lang="en-US" sz="1800" dirty="0" err="1"/>
              <a:t>su</a:t>
            </a:r>
            <a:r>
              <a:rPr lang="en-US" sz="1800" dirty="0"/>
              <a:t> </a:t>
            </a:r>
            <a:r>
              <a:rPr lang="en-US" sz="1800" dirty="0" err="1"/>
              <a:t>nedeljivi</a:t>
            </a:r>
            <a:r>
              <a:rPr lang="en-US" sz="1800" dirty="0"/>
              <a:t>, a </a:t>
            </a:r>
            <a:r>
              <a:rPr lang="en-US" sz="1800" dirty="0" err="1"/>
              <a:t>broj</a:t>
            </a:r>
            <a:r>
              <a:rPr lang="en-US" sz="1800" dirty="0"/>
              <a:t> </a:t>
            </a:r>
            <a:r>
              <a:rPr lang="en-US" sz="1800" dirty="0" err="1"/>
              <a:t>predmeta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kapacitet</a:t>
            </a:r>
            <a:r>
              <a:rPr lang="en-US" sz="1800" dirty="0"/>
              <a:t> </a:t>
            </a:r>
            <a:r>
              <a:rPr lang="en-US" sz="1800" dirty="0" err="1"/>
              <a:t>omogućavaju</a:t>
            </a:r>
            <a:r>
              <a:rPr lang="en-US" sz="1800" dirty="0"/>
              <a:t> </a:t>
            </a:r>
            <a:r>
              <a:rPr lang="en-US" sz="1800" dirty="0" err="1"/>
              <a:t>obradu</a:t>
            </a:r>
            <a:r>
              <a:rPr lang="en-US" sz="1800" dirty="0"/>
              <a:t> </a:t>
            </a:r>
            <a:r>
              <a:rPr lang="en-US" sz="1800" dirty="0" err="1"/>
              <a:t>tabele</a:t>
            </a:r>
            <a:r>
              <a:rPr lang="en-US" sz="1800" dirty="0"/>
              <a:t> u </a:t>
            </a:r>
            <a:r>
              <a:rPr lang="en-US" sz="1800" dirty="0" err="1"/>
              <a:t>prihvatljivom</a:t>
            </a:r>
            <a:r>
              <a:rPr lang="en-US" sz="1800" dirty="0"/>
              <a:t> </a:t>
            </a:r>
            <a:r>
              <a:rPr lang="en-US" sz="1800" dirty="0" err="1"/>
              <a:t>vremenu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memoriji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Ovu</a:t>
            </a:r>
            <a:r>
              <a:rPr lang="en-US" sz="1800" dirty="0"/>
              <a:t> </a:t>
            </a:r>
            <a:r>
              <a:rPr lang="en-US" sz="1800" dirty="0" err="1"/>
              <a:t>implementaciju</a:t>
            </a:r>
            <a:r>
              <a:rPr lang="en-US" sz="1800" dirty="0"/>
              <a:t> ne </a:t>
            </a:r>
            <a:r>
              <a:rPr lang="en-US" sz="1800" dirty="0" err="1"/>
              <a:t>bih</a:t>
            </a:r>
            <a:r>
              <a:rPr lang="en-US" sz="1800" dirty="0"/>
              <a:t> </a:t>
            </a:r>
            <a:r>
              <a:rPr lang="en-US" sz="1800" dirty="0" err="1"/>
              <a:t>koristila</a:t>
            </a:r>
            <a:r>
              <a:rPr lang="en-US" sz="1800" dirty="0"/>
              <a:t> </a:t>
            </a:r>
            <a:r>
              <a:rPr lang="en-US" sz="1800" dirty="0" err="1"/>
              <a:t>kada</a:t>
            </a:r>
            <a:r>
              <a:rPr lang="en-US" sz="1800" dirty="0"/>
              <a:t> je </a:t>
            </a:r>
            <a:r>
              <a:rPr lang="en-US" sz="1800" dirty="0" err="1"/>
              <a:t>tabela</a:t>
            </a:r>
            <a:r>
              <a:rPr lang="en-US" sz="1800" dirty="0"/>
              <a:t> </a:t>
            </a:r>
            <a:r>
              <a:rPr lang="en-US" sz="1800" dirty="0" err="1"/>
              <a:t>prevelika</a:t>
            </a:r>
            <a:r>
              <a:rPr lang="en-US" sz="1800" dirty="0"/>
              <a:t> za </a:t>
            </a:r>
            <a:r>
              <a:rPr lang="en-US" sz="1800" dirty="0" err="1"/>
              <a:t>raspoložive</a:t>
            </a:r>
            <a:r>
              <a:rPr lang="en-US" sz="1800" dirty="0"/>
              <a:t> </a:t>
            </a:r>
            <a:r>
              <a:rPr lang="en-US" sz="1800" dirty="0" err="1"/>
              <a:t>resurse</a:t>
            </a:r>
            <a:r>
              <a:rPr lang="en-US" sz="1800" dirty="0"/>
              <a:t>. Ako je </a:t>
            </a:r>
            <a:r>
              <a:rPr lang="en-US" sz="1800" dirty="0" err="1"/>
              <a:t>dozvoljeno</a:t>
            </a:r>
            <a:r>
              <a:rPr lang="en-US" sz="1800" dirty="0"/>
              <a:t> </a:t>
            </a:r>
            <a:r>
              <a:rPr lang="en-US" sz="1800" dirty="0" err="1"/>
              <a:t>deljenje</a:t>
            </a:r>
            <a:r>
              <a:rPr lang="en-US" sz="1800" dirty="0"/>
              <a:t> </a:t>
            </a:r>
            <a:r>
              <a:rPr lang="en-US" sz="1800" dirty="0" err="1"/>
              <a:t>predmeta</a:t>
            </a:r>
            <a:r>
              <a:rPr lang="en-US" sz="1800" dirty="0"/>
              <a:t> </a:t>
            </a:r>
            <a:r>
              <a:rPr lang="en-US" sz="1800" dirty="0" err="1"/>
              <a:t>ili</a:t>
            </a:r>
            <a:r>
              <a:rPr lang="en-US" sz="1800" dirty="0"/>
              <a:t> </a:t>
            </a:r>
            <a:r>
              <a:rPr lang="en-US" sz="1800" dirty="0" err="1"/>
              <a:t>njihovo</a:t>
            </a:r>
            <a:r>
              <a:rPr lang="en-US" sz="1800" dirty="0"/>
              <a:t> </a:t>
            </a:r>
            <a:r>
              <a:rPr lang="en-US" sz="1800" dirty="0" err="1"/>
              <a:t>višestruko</a:t>
            </a:r>
            <a:r>
              <a:rPr lang="en-US" sz="1800" dirty="0"/>
              <a:t> </a:t>
            </a:r>
            <a:r>
              <a:rPr lang="en-US" sz="1800" dirty="0" err="1"/>
              <a:t>uzimanje</a:t>
            </a:r>
            <a:r>
              <a:rPr lang="en-US" sz="1800" dirty="0"/>
              <a:t>, </a:t>
            </a:r>
            <a:r>
              <a:rPr lang="en-US" sz="1800" dirty="0" err="1"/>
              <a:t>potrebno</a:t>
            </a:r>
            <a:r>
              <a:rPr lang="en-US" sz="1800" dirty="0"/>
              <a:t> je </a:t>
            </a:r>
            <a:r>
              <a:rPr lang="en-US" sz="1800" dirty="0" err="1"/>
              <a:t>koristiti</a:t>
            </a:r>
            <a:r>
              <a:rPr lang="en-US" sz="1800" dirty="0"/>
              <a:t> </a:t>
            </a:r>
            <a:r>
              <a:rPr lang="en-US" sz="1800" dirty="0" err="1"/>
              <a:t>rešenje</a:t>
            </a:r>
            <a:r>
              <a:rPr lang="en-US" sz="1800" dirty="0"/>
              <a:t> za </a:t>
            </a:r>
            <a:r>
              <a:rPr lang="en-US" sz="1800" dirty="0" err="1"/>
              <a:t>odgovarajuću</a:t>
            </a:r>
            <a:r>
              <a:rPr lang="en-US" sz="1800" dirty="0"/>
              <a:t> </a:t>
            </a:r>
            <a:r>
              <a:rPr lang="en-US" sz="1800" dirty="0" err="1"/>
              <a:t>varijantu</a:t>
            </a:r>
            <a:r>
              <a:rPr lang="en-US" sz="1800" dirty="0"/>
              <a:t> </a:t>
            </a:r>
            <a:r>
              <a:rPr lang="en-US" sz="1800" dirty="0" err="1"/>
              <a:t>problema</a:t>
            </a:r>
            <a:r>
              <a:rPr lang="en-US" sz="1800" dirty="0"/>
              <a:t> </a:t>
            </a:r>
            <a:r>
              <a:rPr lang="en-US" sz="1800" dirty="0" err="1"/>
              <a:t>ranca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9503709-8CDC-5173-E586-76B4338AA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13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BEA76B8C-EF2E-79C5-B53F-6A9A4AFD6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BAFE-1A79-52FE-C4A9-5B8832C89EF3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9B4C573-FFB6-8BF7-C19F-A16C57F9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795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778C-E409-D877-AA7D-1EF310D8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7FF9DED4-9F64-C3F7-7D09-7DFDAC332F87}"/>
              </a:ext>
            </a:extLst>
          </p:cNvPr>
          <p:cNvSpPr txBox="1">
            <a:spLocks/>
          </p:cNvSpPr>
          <p:nvPr/>
        </p:nvSpPr>
        <p:spPr>
          <a:xfrm>
            <a:off x="1300162" y="111522"/>
            <a:ext cx="5913437" cy="107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Latn-ME" sz="4400" b="1" dirty="0">
                <a:latin typeface="Franklin Gothic Demi Cond" panose="020B0706030402020204" pitchFamily="34" charset="0"/>
              </a:rPr>
              <a:t>8</a:t>
            </a:r>
            <a:r>
              <a:rPr lang="en-US" sz="4400" b="1" dirty="0">
                <a:latin typeface="Franklin Gothic Demi Cond" panose="020B0706030402020204" pitchFamily="34" charset="0"/>
              </a:rPr>
              <a:t>. </a:t>
            </a:r>
            <a:r>
              <a:rPr lang="sr-Latn-ME" sz="4400" b="1" dirty="0">
                <a:latin typeface="Franklin Gothic Demi Cond" panose="020B0706030402020204" pitchFamily="34" charset="0"/>
              </a:rPr>
              <a:t>Zaključak</a:t>
            </a:r>
            <a:endParaRPr lang="en-CH" sz="4400" b="1" dirty="0"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3F1D2E-9966-97D5-288F-5D565F0FF0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096962" y="1352748"/>
            <a:ext cx="9520237" cy="5393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ranca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0/1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podrazumeva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izbor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najveće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ukupne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bez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prekoračenja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kapaciteta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Svaki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predmet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možemo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uzeti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najviše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jednom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bez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deljenja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Dinamičko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programiranje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gradi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rješenje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pomoću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tabele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poredeći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mogućnosti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uključivanja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izostavljanja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svakog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Prikazana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implementacija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ima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vremensku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prostornu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složenost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sz="1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nW</a:t>
            </a: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gdje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broj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predmeta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kapacitet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ranca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Ključna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prednost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pronalaženje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optimalnog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rešenja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izbegavanje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ponovnog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računanja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istih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potproblema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Glavno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ograničenje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velika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potrošnja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vremena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memorije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kada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kapacitet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veoma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veliki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Ovaj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pristup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dobar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izbor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kada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težine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celobrojne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potrebno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optimalno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rješenje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veličina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tabele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odgovara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raspoloživim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resursima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SzPct val="50000"/>
            </a:pPr>
            <a:endParaRPr lang="sr-Latn-ME" altLang="en-CH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32A75D4-BB48-A014-26A7-196DF35D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14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EDDAE092-A7E3-5F39-084D-227C81A20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5DCB9C7-9886-71B9-C83A-A13E0B356E4C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B53811B-19BF-F1BC-BEB9-CECB6881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27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9C61B-B05C-6874-4117-507E4852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9867485-35A0-BC46-4418-3692A8A6D31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11262" y="828484"/>
            <a:ext cx="9520237" cy="461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SzPct val="50000"/>
              <a:buNone/>
            </a:pPr>
            <a:endParaRPr lang="sr-Latn-ME" altLang="en-CH" sz="2000" b="1" dirty="0">
              <a:latin typeface="Arial "/>
            </a:endParaRPr>
          </a:p>
          <a:p>
            <a:pPr>
              <a:buSzPct val="50000"/>
            </a:pPr>
            <a:r>
              <a:rPr lang="en-US" altLang="en-CH" sz="2400" dirty="0">
                <a:latin typeface="Arial "/>
              </a:rPr>
              <a:t>Reference:</a:t>
            </a:r>
          </a:p>
          <a:p>
            <a:pPr lvl="1">
              <a:buSzPct val="50000"/>
            </a:pPr>
            <a:r>
              <a:rPr lang="en-US" altLang="en-CH" sz="2000" dirty="0">
                <a:latin typeface="Arial "/>
                <a:hlinkClick r:id="rId2"/>
              </a:rPr>
              <a:t>https://www.youtube.com/watch?v=nLmhmB6NzcM</a:t>
            </a:r>
            <a:endParaRPr lang="en-US" altLang="en-CH" sz="2000" dirty="0">
              <a:latin typeface="Arial "/>
            </a:endParaRPr>
          </a:p>
          <a:p>
            <a:pPr lvl="1">
              <a:buSzPct val="50000"/>
            </a:pPr>
            <a:r>
              <a:rPr lang="en-US" altLang="en-CH" sz="2000" dirty="0">
                <a:latin typeface="Arial "/>
                <a:hlinkClick r:id="rId3"/>
              </a:rPr>
              <a:t>https://www.youtube.com/watch?v=qxWu-SeAqe4</a:t>
            </a:r>
            <a:endParaRPr lang="en-US" altLang="en-CH" sz="2000" dirty="0">
              <a:latin typeface="Arial "/>
            </a:endParaRPr>
          </a:p>
          <a:p>
            <a:pPr lvl="1">
              <a:buSzPct val="50000"/>
            </a:pPr>
            <a:r>
              <a:rPr lang="en-US" altLang="en-CH" sz="2000" dirty="0">
                <a:latin typeface="Arial "/>
                <a:hlinkClick r:id="rId4"/>
              </a:rPr>
              <a:t>https://www.youtube.com/watch?v=cJ21moQpofY</a:t>
            </a:r>
            <a:endParaRPr lang="en-US" altLang="en-CH" sz="2000" dirty="0">
              <a:latin typeface="Arial "/>
            </a:endParaRPr>
          </a:p>
          <a:p>
            <a:pPr lvl="1">
              <a:buSzPct val="50000"/>
            </a:pPr>
            <a:r>
              <a:rPr lang="en-US" altLang="en-CH" sz="2000" dirty="0">
                <a:latin typeface="Arial "/>
                <a:hlinkClick r:id="rId5"/>
              </a:rPr>
              <a:t>https://www.tutorialspoint.com/data_structures_algorithms/01_knapsack_problem.htm</a:t>
            </a:r>
            <a:endParaRPr lang="en-US" altLang="en-CH" sz="2000" dirty="0">
              <a:latin typeface="Arial "/>
            </a:endParaRPr>
          </a:p>
          <a:p>
            <a:pPr lvl="1">
              <a:buSzPct val="50000"/>
            </a:pPr>
            <a:r>
              <a:rPr lang="en-US" altLang="en-CH" sz="2000" dirty="0">
                <a:latin typeface="Arial "/>
                <a:hlinkClick r:id="rId6"/>
              </a:rPr>
              <a:t>https://cp-algorithms.com/dynamic_programming/knapsack.html</a:t>
            </a:r>
            <a:endParaRPr lang="en-US" altLang="en-CH" sz="2000" dirty="0">
              <a:latin typeface="Arial "/>
            </a:endParaRPr>
          </a:p>
          <a:p>
            <a:pPr marL="457200" lvl="1" indent="0">
              <a:buSzPct val="50000"/>
              <a:buNone/>
            </a:pPr>
            <a:br>
              <a:rPr lang="en-US" altLang="en-CH" sz="2000" dirty="0">
                <a:latin typeface="Arial "/>
              </a:rPr>
            </a:br>
            <a:endParaRPr lang="sr-Latn-ME" altLang="en-CH" sz="2000" dirty="0">
              <a:latin typeface="Arial "/>
            </a:endParaRPr>
          </a:p>
          <a:p>
            <a:pPr marL="0" indent="0" algn="just">
              <a:buSzPct val="50000"/>
              <a:buNone/>
            </a:pPr>
            <a:endParaRPr lang="sr-Latn-ME" altLang="en-CH" sz="2000" b="1" dirty="0">
              <a:latin typeface="Arial 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9C55D17-2728-62AD-E255-36472600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318" y="234593"/>
            <a:ext cx="512762" cy="163552"/>
          </a:xfrm>
        </p:spPr>
        <p:txBody>
          <a:bodyPr/>
          <a:lstStyle/>
          <a:p>
            <a:fld id="{36B5EA5A-BC32-A742-B11B-8E7414D5B535}" type="slidenum">
              <a:rPr lang="en-US" b="1" smtClean="0">
                <a:solidFill>
                  <a:schemeClr val="tx1"/>
                </a:solidFill>
              </a:rPr>
              <a:pPr/>
              <a:t>15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2" descr="fit.png">
            <a:extLst>
              <a:ext uri="{FF2B5EF4-FFF2-40B4-BE49-F238E27FC236}">
                <a16:creationId xmlns:a16="http://schemas.microsoft.com/office/drawing/2014/main" id="{480777DC-1B10-54CB-66EA-F27C997635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9" y="-56952"/>
            <a:ext cx="1409701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8FE5D0-CD8C-D8D2-05E1-126A8C6489D6}"/>
              </a:ext>
            </a:extLst>
          </p:cNvPr>
          <p:cNvSpPr txBox="1">
            <a:spLocks/>
          </p:cNvSpPr>
          <p:nvPr/>
        </p:nvSpPr>
        <p:spPr>
          <a:xfrm rot="16200000">
            <a:off x="-1214437" y="3985897"/>
            <a:ext cx="3340100" cy="911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685800" rtl="0" eaLnBrk="1" latinLnBrk="0" hangingPunct="1">
              <a:defRPr sz="7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50000"/>
              <a:buFont typeface="Wingdings" panose="05000000000000000000" pitchFamily="2" charset="2"/>
              <a:buChar char="§"/>
            </a:pPr>
            <a:r>
              <a:rPr lang="sr-Latn-RS" sz="1000" dirty="0"/>
              <a:t>Knapsack problem 0-1</a:t>
            </a:r>
            <a:endParaRPr lang="fr-FR" sz="10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A5F09DD-F441-2103-2320-C94EDE61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163989" y="1994674"/>
            <a:ext cx="3543260" cy="512762"/>
          </a:xfrm>
        </p:spPr>
        <p:txBody>
          <a:bodyPr/>
          <a:lstStyle/>
          <a:p>
            <a:pPr algn="r"/>
            <a:r>
              <a:rPr lang="sr-Latn-RS" b="1" dirty="0">
                <a:solidFill>
                  <a:schemeClr val="tx1"/>
                </a:solidFill>
              </a:rPr>
              <a:t>Sofija Mandić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268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1691</Words>
  <Application>Microsoft Office PowerPoint</Application>
  <PresentationFormat>Widescreen</PresentationFormat>
  <Paragraphs>227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</vt:lpstr>
      <vt:lpstr>Calibri</vt:lpstr>
      <vt:lpstr>Calibri Light</vt:lpstr>
      <vt:lpstr>Franklin Gothic Demi Cond</vt:lpstr>
      <vt:lpstr>Libre Franklin</vt:lpstr>
      <vt:lpstr>Wingdings</vt:lpstr>
      <vt:lpstr>Office Theme</vt:lpstr>
      <vt:lpstr>Knapsack problem 0/1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Amar Kapic</dc:creator>
  <cp:lastModifiedBy>Sofija Vlahovic</cp:lastModifiedBy>
  <cp:revision>25</cp:revision>
  <dcterms:created xsi:type="dcterms:W3CDTF">2023-09-17T07:55:47Z</dcterms:created>
  <dcterms:modified xsi:type="dcterms:W3CDTF">2026-10-30T10:15:05Z</dcterms:modified>
</cp:coreProperties>
</file>